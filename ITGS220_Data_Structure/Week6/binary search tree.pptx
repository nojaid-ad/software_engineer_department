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00BA34-5272-4D4C-8BEB-34DC98C62931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39C9F0D-5945-4E99-B6B9-62616D5B8C03}">
      <dgm:prSet/>
      <dgm:spPr/>
      <dgm:t>
        <a:bodyPr/>
        <a:lstStyle/>
        <a:p>
          <a:r>
            <a:rPr lang="ar-SA"/>
            <a:t>كل عقدة تحتوي على قيمة مفتاح فريدة.</a:t>
          </a:r>
          <a:endParaRPr lang="en-US"/>
        </a:p>
      </dgm:t>
    </dgm:pt>
    <dgm:pt modelId="{6C169030-A6E1-40C6-A049-675C06EB2D87}" type="parTrans" cxnId="{8166C786-EB0D-4217-AD67-E0F3E87B4965}">
      <dgm:prSet/>
      <dgm:spPr/>
      <dgm:t>
        <a:bodyPr/>
        <a:lstStyle/>
        <a:p>
          <a:endParaRPr lang="en-US"/>
        </a:p>
      </dgm:t>
    </dgm:pt>
    <dgm:pt modelId="{AC0BEB5D-54CA-4ECA-9CE8-CF1F20C583B1}" type="sibTrans" cxnId="{8166C786-EB0D-4217-AD67-E0F3E87B4965}">
      <dgm:prSet/>
      <dgm:spPr/>
      <dgm:t>
        <a:bodyPr/>
        <a:lstStyle/>
        <a:p>
          <a:endParaRPr lang="en-US"/>
        </a:p>
      </dgm:t>
    </dgm:pt>
    <dgm:pt modelId="{0040B6C0-A904-4477-A433-28CE0921A16D}">
      <dgm:prSet/>
      <dgm:spPr/>
      <dgm:t>
        <a:bodyPr/>
        <a:lstStyle/>
        <a:p>
          <a:r>
            <a:rPr lang="ar-SA"/>
            <a:t>العقدة اليسرى تحتوي على قيمة مفتاح أقل من قيمة مفتاح العقدة الحالية.</a:t>
          </a:r>
          <a:endParaRPr lang="en-US"/>
        </a:p>
      </dgm:t>
    </dgm:pt>
    <dgm:pt modelId="{7D0EC12B-C4F9-4074-B49E-CCC23F8A5D20}" type="parTrans" cxnId="{3604634C-6E1E-4044-A532-1948FD9DAE7B}">
      <dgm:prSet/>
      <dgm:spPr/>
      <dgm:t>
        <a:bodyPr/>
        <a:lstStyle/>
        <a:p>
          <a:endParaRPr lang="en-US"/>
        </a:p>
      </dgm:t>
    </dgm:pt>
    <dgm:pt modelId="{01B80489-3692-4B59-BC36-FE9008E8AB60}" type="sibTrans" cxnId="{3604634C-6E1E-4044-A532-1948FD9DAE7B}">
      <dgm:prSet/>
      <dgm:spPr/>
      <dgm:t>
        <a:bodyPr/>
        <a:lstStyle/>
        <a:p>
          <a:endParaRPr lang="en-US"/>
        </a:p>
      </dgm:t>
    </dgm:pt>
    <dgm:pt modelId="{E056BDB7-D16A-4709-9B01-9BD81A613304}">
      <dgm:prSet/>
      <dgm:spPr/>
      <dgm:t>
        <a:bodyPr/>
        <a:lstStyle/>
        <a:p>
          <a:r>
            <a:rPr lang="ar-SA"/>
            <a:t>العقدة اليمنى تحتوي على قيمة مفتاح أكبر من أو تساوي قيمة مفتاح العقدة الحالية.</a:t>
          </a:r>
          <a:endParaRPr lang="en-US"/>
        </a:p>
      </dgm:t>
    </dgm:pt>
    <dgm:pt modelId="{DC59D91A-7E08-4FDB-AD5F-5B20EF925FCE}" type="parTrans" cxnId="{2539FFB9-4F94-4CA5-BE77-F494254FADB4}">
      <dgm:prSet/>
      <dgm:spPr/>
      <dgm:t>
        <a:bodyPr/>
        <a:lstStyle/>
        <a:p>
          <a:endParaRPr lang="en-US"/>
        </a:p>
      </dgm:t>
    </dgm:pt>
    <dgm:pt modelId="{844E7923-20BC-4A9C-B013-B7022BCE4AE9}" type="sibTrans" cxnId="{2539FFB9-4F94-4CA5-BE77-F494254FADB4}">
      <dgm:prSet/>
      <dgm:spPr/>
      <dgm:t>
        <a:bodyPr/>
        <a:lstStyle/>
        <a:p>
          <a:endParaRPr lang="en-US"/>
        </a:p>
      </dgm:t>
    </dgm:pt>
    <dgm:pt modelId="{15657E21-7281-4DA2-A593-33C5987574ED}">
      <dgm:prSet/>
      <dgm:spPr/>
      <dgm:t>
        <a:bodyPr/>
        <a:lstStyle/>
        <a:p>
          <a:r>
            <a:rPr lang="ar-SA"/>
            <a:t>لا توجد عقد مكررة في الشجرة.</a:t>
          </a:r>
          <a:endParaRPr lang="en-US"/>
        </a:p>
      </dgm:t>
    </dgm:pt>
    <dgm:pt modelId="{A017BFA6-B74D-4265-A1EC-02B2ECDB2B9E}" type="parTrans" cxnId="{2D156DD2-4B1C-4E97-8EEA-9EBB03FA2B52}">
      <dgm:prSet/>
      <dgm:spPr/>
      <dgm:t>
        <a:bodyPr/>
        <a:lstStyle/>
        <a:p>
          <a:endParaRPr lang="en-US"/>
        </a:p>
      </dgm:t>
    </dgm:pt>
    <dgm:pt modelId="{6982527F-940A-428B-BF36-A1BC5FB0436D}" type="sibTrans" cxnId="{2D156DD2-4B1C-4E97-8EEA-9EBB03FA2B52}">
      <dgm:prSet/>
      <dgm:spPr/>
      <dgm:t>
        <a:bodyPr/>
        <a:lstStyle/>
        <a:p>
          <a:endParaRPr lang="en-US"/>
        </a:p>
      </dgm:t>
    </dgm:pt>
    <dgm:pt modelId="{1F631791-FDE2-42E7-9AE0-58A1783281AE}" type="pres">
      <dgm:prSet presAssocID="{3500BA34-5272-4D4C-8BEB-34DC98C62931}" presName="vert0" presStyleCnt="0">
        <dgm:presLayoutVars>
          <dgm:dir/>
          <dgm:animOne val="branch"/>
          <dgm:animLvl val="lvl"/>
        </dgm:presLayoutVars>
      </dgm:prSet>
      <dgm:spPr/>
    </dgm:pt>
    <dgm:pt modelId="{67C8B5AA-66FC-4DF8-8DAB-F46EFA530B18}" type="pres">
      <dgm:prSet presAssocID="{B39C9F0D-5945-4E99-B6B9-62616D5B8C03}" presName="thickLine" presStyleLbl="alignNode1" presStyleIdx="0" presStyleCnt="4"/>
      <dgm:spPr/>
    </dgm:pt>
    <dgm:pt modelId="{DDB11E71-988C-4DDB-B9A5-596151E955E4}" type="pres">
      <dgm:prSet presAssocID="{B39C9F0D-5945-4E99-B6B9-62616D5B8C03}" presName="horz1" presStyleCnt="0"/>
      <dgm:spPr/>
    </dgm:pt>
    <dgm:pt modelId="{1EB6BDF6-44D4-4B19-83D3-8812A2C3BAB0}" type="pres">
      <dgm:prSet presAssocID="{B39C9F0D-5945-4E99-B6B9-62616D5B8C03}" presName="tx1" presStyleLbl="revTx" presStyleIdx="0" presStyleCnt="4"/>
      <dgm:spPr/>
    </dgm:pt>
    <dgm:pt modelId="{0E08E589-20BA-4EED-85F4-45F112399A3B}" type="pres">
      <dgm:prSet presAssocID="{B39C9F0D-5945-4E99-B6B9-62616D5B8C03}" presName="vert1" presStyleCnt="0"/>
      <dgm:spPr/>
    </dgm:pt>
    <dgm:pt modelId="{96262ECB-88C4-4B8F-820F-F3BAAD3BE0DB}" type="pres">
      <dgm:prSet presAssocID="{0040B6C0-A904-4477-A433-28CE0921A16D}" presName="thickLine" presStyleLbl="alignNode1" presStyleIdx="1" presStyleCnt="4"/>
      <dgm:spPr/>
    </dgm:pt>
    <dgm:pt modelId="{910B0711-8462-4F0C-96E5-E809E7C17A34}" type="pres">
      <dgm:prSet presAssocID="{0040B6C0-A904-4477-A433-28CE0921A16D}" presName="horz1" presStyleCnt="0"/>
      <dgm:spPr/>
    </dgm:pt>
    <dgm:pt modelId="{607D1D84-C912-47B8-92A6-7EE1F3583D64}" type="pres">
      <dgm:prSet presAssocID="{0040B6C0-A904-4477-A433-28CE0921A16D}" presName="tx1" presStyleLbl="revTx" presStyleIdx="1" presStyleCnt="4"/>
      <dgm:spPr/>
    </dgm:pt>
    <dgm:pt modelId="{C6D4481C-19B2-45A8-B3AF-D3D0B909B798}" type="pres">
      <dgm:prSet presAssocID="{0040B6C0-A904-4477-A433-28CE0921A16D}" presName="vert1" presStyleCnt="0"/>
      <dgm:spPr/>
    </dgm:pt>
    <dgm:pt modelId="{381BC170-D6F2-43B8-B96D-6F475C310A01}" type="pres">
      <dgm:prSet presAssocID="{E056BDB7-D16A-4709-9B01-9BD81A613304}" presName="thickLine" presStyleLbl="alignNode1" presStyleIdx="2" presStyleCnt="4"/>
      <dgm:spPr/>
    </dgm:pt>
    <dgm:pt modelId="{37D69B08-2219-40A0-9D68-64C33224E97B}" type="pres">
      <dgm:prSet presAssocID="{E056BDB7-D16A-4709-9B01-9BD81A613304}" presName="horz1" presStyleCnt="0"/>
      <dgm:spPr/>
    </dgm:pt>
    <dgm:pt modelId="{36D3C20B-455C-46F0-A820-C6F366373221}" type="pres">
      <dgm:prSet presAssocID="{E056BDB7-D16A-4709-9B01-9BD81A613304}" presName="tx1" presStyleLbl="revTx" presStyleIdx="2" presStyleCnt="4"/>
      <dgm:spPr/>
    </dgm:pt>
    <dgm:pt modelId="{2D2F315E-C678-4287-9047-6F4454BCFB6D}" type="pres">
      <dgm:prSet presAssocID="{E056BDB7-D16A-4709-9B01-9BD81A613304}" presName="vert1" presStyleCnt="0"/>
      <dgm:spPr/>
    </dgm:pt>
    <dgm:pt modelId="{3A0E6B2E-7198-4802-B54E-3148BB600504}" type="pres">
      <dgm:prSet presAssocID="{15657E21-7281-4DA2-A593-33C5987574ED}" presName="thickLine" presStyleLbl="alignNode1" presStyleIdx="3" presStyleCnt="4"/>
      <dgm:spPr/>
    </dgm:pt>
    <dgm:pt modelId="{68AA3AB1-F32B-46F9-A2F2-8A253950D353}" type="pres">
      <dgm:prSet presAssocID="{15657E21-7281-4DA2-A593-33C5987574ED}" presName="horz1" presStyleCnt="0"/>
      <dgm:spPr/>
    </dgm:pt>
    <dgm:pt modelId="{D15B85C8-B1B5-4D74-9AD7-3A163678AE5F}" type="pres">
      <dgm:prSet presAssocID="{15657E21-7281-4DA2-A593-33C5987574ED}" presName="tx1" presStyleLbl="revTx" presStyleIdx="3" presStyleCnt="4"/>
      <dgm:spPr/>
    </dgm:pt>
    <dgm:pt modelId="{E3551B0D-0B8A-41E8-962C-92BF86B7A2F6}" type="pres">
      <dgm:prSet presAssocID="{15657E21-7281-4DA2-A593-33C5987574ED}" presName="vert1" presStyleCnt="0"/>
      <dgm:spPr/>
    </dgm:pt>
  </dgm:ptLst>
  <dgm:cxnLst>
    <dgm:cxn modelId="{61CBC312-2C7F-4A83-B1FE-D77540DEC681}" type="presOf" srcId="{E056BDB7-D16A-4709-9B01-9BD81A613304}" destId="{36D3C20B-455C-46F0-A820-C6F366373221}" srcOrd="0" destOrd="0" presId="urn:microsoft.com/office/officeart/2008/layout/LinedList"/>
    <dgm:cxn modelId="{3604634C-6E1E-4044-A532-1948FD9DAE7B}" srcId="{3500BA34-5272-4D4C-8BEB-34DC98C62931}" destId="{0040B6C0-A904-4477-A433-28CE0921A16D}" srcOrd="1" destOrd="0" parTransId="{7D0EC12B-C4F9-4074-B49E-CCC23F8A5D20}" sibTransId="{01B80489-3692-4B59-BC36-FE9008E8AB60}"/>
    <dgm:cxn modelId="{D30FD74E-D3FE-44C5-ABA1-282C4ED92FEA}" type="presOf" srcId="{3500BA34-5272-4D4C-8BEB-34DC98C62931}" destId="{1F631791-FDE2-42E7-9AE0-58A1783281AE}" srcOrd="0" destOrd="0" presId="urn:microsoft.com/office/officeart/2008/layout/LinedList"/>
    <dgm:cxn modelId="{F4B59D76-1A46-4CA1-B192-6114FA470F5C}" type="presOf" srcId="{15657E21-7281-4DA2-A593-33C5987574ED}" destId="{D15B85C8-B1B5-4D74-9AD7-3A163678AE5F}" srcOrd="0" destOrd="0" presId="urn:microsoft.com/office/officeart/2008/layout/LinedList"/>
    <dgm:cxn modelId="{BF2CEA79-6475-49A3-B08E-886EBCE9207A}" type="presOf" srcId="{0040B6C0-A904-4477-A433-28CE0921A16D}" destId="{607D1D84-C912-47B8-92A6-7EE1F3583D64}" srcOrd="0" destOrd="0" presId="urn:microsoft.com/office/officeart/2008/layout/LinedList"/>
    <dgm:cxn modelId="{8166C786-EB0D-4217-AD67-E0F3E87B4965}" srcId="{3500BA34-5272-4D4C-8BEB-34DC98C62931}" destId="{B39C9F0D-5945-4E99-B6B9-62616D5B8C03}" srcOrd="0" destOrd="0" parTransId="{6C169030-A6E1-40C6-A049-675C06EB2D87}" sibTransId="{AC0BEB5D-54CA-4ECA-9CE8-CF1F20C583B1}"/>
    <dgm:cxn modelId="{2539FFB9-4F94-4CA5-BE77-F494254FADB4}" srcId="{3500BA34-5272-4D4C-8BEB-34DC98C62931}" destId="{E056BDB7-D16A-4709-9B01-9BD81A613304}" srcOrd="2" destOrd="0" parTransId="{DC59D91A-7E08-4FDB-AD5F-5B20EF925FCE}" sibTransId="{844E7923-20BC-4A9C-B013-B7022BCE4AE9}"/>
    <dgm:cxn modelId="{2D156DD2-4B1C-4E97-8EEA-9EBB03FA2B52}" srcId="{3500BA34-5272-4D4C-8BEB-34DC98C62931}" destId="{15657E21-7281-4DA2-A593-33C5987574ED}" srcOrd="3" destOrd="0" parTransId="{A017BFA6-B74D-4265-A1EC-02B2ECDB2B9E}" sibTransId="{6982527F-940A-428B-BF36-A1BC5FB0436D}"/>
    <dgm:cxn modelId="{E9C113DC-00A1-47CB-AE5E-D483606BA2FF}" type="presOf" srcId="{B39C9F0D-5945-4E99-B6B9-62616D5B8C03}" destId="{1EB6BDF6-44D4-4B19-83D3-8812A2C3BAB0}" srcOrd="0" destOrd="0" presId="urn:microsoft.com/office/officeart/2008/layout/LinedList"/>
    <dgm:cxn modelId="{08639336-2D14-4445-B6C3-E229A585CDC3}" type="presParOf" srcId="{1F631791-FDE2-42E7-9AE0-58A1783281AE}" destId="{67C8B5AA-66FC-4DF8-8DAB-F46EFA530B18}" srcOrd="0" destOrd="0" presId="urn:microsoft.com/office/officeart/2008/layout/LinedList"/>
    <dgm:cxn modelId="{8FAF173C-9B7D-4577-9E6E-9799735848E4}" type="presParOf" srcId="{1F631791-FDE2-42E7-9AE0-58A1783281AE}" destId="{DDB11E71-988C-4DDB-B9A5-596151E955E4}" srcOrd="1" destOrd="0" presId="urn:microsoft.com/office/officeart/2008/layout/LinedList"/>
    <dgm:cxn modelId="{6100CE04-2C10-4F1F-8130-B2DB4F9AFEA8}" type="presParOf" srcId="{DDB11E71-988C-4DDB-B9A5-596151E955E4}" destId="{1EB6BDF6-44D4-4B19-83D3-8812A2C3BAB0}" srcOrd="0" destOrd="0" presId="urn:microsoft.com/office/officeart/2008/layout/LinedList"/>
    <dgm:cxn modelId="{737A9EF2-675C-4E1F-8222-90474A498FDC}" type="presParOf" srcId="{DDB11E71-988C-4DDB-B9A5-596151E955E4}" destId="{0E08E589-20BA-4EED-85F4-45F112399A3B}" srcOrd="1" destOrd="0" presId="urn:microsoft.com/office/officeart/2008/layout/LinedList"/>
    <dgm:cxn modelId="{B5BAD358-CF98-4CA3-BF56-9E7B4D66FC65}" type="presParOf" srcId="{1F631791-FDE2-42E7-9AE0-58A1783281AE}" destId="{96262ECB-88C4-4B8F-820F-F3BAAD3BE0DB}" srcOrd="2" destOrd="0" presId="urn:microsoft.com/office/officeart/2008/layout/LinedList"/>
    <dgm:cxn modelId="{72841CC3-420B-4A9F-8D77-8B4AA1E6A5CF}" type="presParOf" srcId="{1F631791-FDE2-42E7-9AE0-58A1783281AE}" destId="{910B0711-8462-4F0C-96E5-E809E7C17A34}" srcOrd="3" destOrd="0" presId="urn:microsoft.com/office/officeart/2008/layout/LinedList"/>
    <dgm:cxn modelId="{0C072732-ED84-4D82-83FC-3332BE2B4BFF}" type="presParOf" srcId="{910B0711-8462-4F0C-96E5-E809E7C17A34}" destId="{607D1D84-C912-47B8-92A6-7EE1F3583D64}" srcOrd="0" destOrd="0" presId="urn:microsoft.com/office/officeart/2008/layout/LinedList"/>
    <dgm:cxn modelId="{AC70C089-3006-47FD-A4AB-F44193CC9B70}" type="presParOf" srcId="{910B0711-8462-4F0C-96E5-E809E7C17A34}" destId="{C6D4481C-19B2-45A8-B3AF-D3D0B909B798}" srcOrd="1" destOrd="0" presId="urn:microsoft.com/office/officeart/2008/layout/LinedList"/>
    <dgm:cxn modelId="{0679203B-0356-4B65-988D-DD16EBD7D448}" type="presParOf" srcId="{1F631791-FDE2-42E7-9AE0-58A1783281AE}" destId="{381BC170-D6F2-43B8-B96D-6F475C310A01}" srcOrd="4" destOrd="0" presId="urn:microsoft.com/office/officeart/2008/layout/LinedList"/>
    <dgm:cxn modelId="{221A687A-17BD-4FB6-B417-8871D698FB9B}" type="presParOf" srcId="{1F631791-FDE2-42E7-9AE0-58A1783281AE}" destId="{37D69B08-2219-40A0-9D68-64C33224E97B}" srcOrd="5" destOrd="0" presId="urn:microsoft.com/office/officeart/2008/layout/LinedList"/>
    <dgm:cxn modelId="{74C6B16B-092B-4C5B-8859-4B4E6F6A59CB}" type="presParOf" srcId="{37D69B08-2219-40A0-9D68-64C33224E97B}" destId="{36D3C20B-455C-46F0-A820-C6F366373221}" srcOrd="0" destOrd="0" presId="urn:microsoft.com/office/officeart/2008/layout/LinedList"/>
    <dgm:cxn modelId="{FF21EA2A-6DA8-434D-85DD-E69CE901C6F5}" type="presParOf" srcId="{37D69B08-2219-40A0-9D68-64C33224E97B}" destId="{2D2F315E-C678-4287-9047-6F4454BCFB6D}" srcOrd="1" destOrd="0" presId="urn:microsoft.com/office/officeart/2008/layout/LinedList"/>
    <dgm:cxn modelId="{CB5180A1-5621-485D-A0B2-2802EFD0F9A7}" type="presParOf" srcId="{1F631791-FDE2-42E7-9AE0-58A1783281AE}" destId="{3A0E6B2E-7198-4802-B54E-3148BB600504}" srcOrd="6" destOrd="0" presId="urn:microsoft.com/office/officeart/2008/layout/LinedList"/>
    <dgm:cxn modelId="{2AC450DE-398A-4C37-9446-870FF5F035BA}" type="presParOf" srcId="{1F631791-FDE2-42E7-9AE0-58A1783281AE}" destId="{68AA3AB1-F32B-46F9-A2F2-8A253950D353}" srcOrd="7" destOrd="0" presId="urn:microsoft.com/office/officeart/2008/layout/LinedList"/>
    <dgm:cxn modelId="{C5CC7E9A-7662-4234-9ED8-AA66C626D454}" type="presParOf" srcId="{68AA3AB1-F32B-46F9-A2F2-8A253950D353}" destId="{D15B85C8-B1B5-4D74-9AD7-3A163678AE5F}" srcOrd="0" destOrd="0" presId="urn:microsoft.com/office/officeart/2008/layout/LinedList"/>
    <dgm:cxn modelId="{FFDFC968-2F52-486F-BE98-4927F81B2BD6}" type="presParOf" srcId="{68AA3AB1-F32B-46F9-A2F2-8A253950D353}" destId="{E3551B0D-0B8A-41E8-962C-92BF86B7A2F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632EAF-E349-4F00-A9E5-A0F97503F92E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12F0F02-0304-4B4F-AC8A-210EA2470329}">
      <dgm:prSet/>
      <dgm:spPr/>
      <dgm:t>
        <a:bodyPr/>
        <a:lstStyle/>
        <a:p>
          <a:pPr algn="r" rtl="1"/>
          <a:r>
            <a:rPr lang="ar-SA" b="1"/>
            <a:t>أمثلة على الاستخدامات:</a:t>
          </a:r>
          <a:endParaRPr lang="en-US"/>
        </a:p>
      </dgm:t>
    </dgm:pt>
    <dgm:pt modelId="{4599B677-57D3-4731-A799-9BD48E5FF79F}" type="parTrans" cxnId="{6A39A6F6-8182-4F40-9D9F-AFADB5E1E1CC}">
      <dgm:prSet/>
      <dgm:spPr/>
      <dgm:t>
        <a:bodyPr/>
        <a:lstStyle/>
        <a:p>
          <a:endParaRPr lang="en-US"/>
        </a:p>
      </dgm:t>
    </dgm:pt>
    <dgm:pt modelId="{C12C489F-985D-4AE0-B315-F967C0384292}" type="sibTrans" cxnId="{6A39A6F6-8182-4F40-9D9F-AFADB5E1E1CC}">
      <dgm:prSet/>
      <dgm:spPr/>
      <dgm:t>
        <a:bodyPr/>
        <a:lstStyle/>
        <a:p>
          <a:endParaRPr lang="en-US"/>
        </a:p>
      </dgm:t>
    </dgm:pt>
    <dgm:pt modelId="{C9399A81-7659-405D-9304-101356DEDD7C}">
      <dgm:prSet/>
      <dgm:spPr/>
      <dgm:t>
        <a:bodyPr/>
        <a:lstStyle/>
        <a:p>
          <a:pPr algn="r" rtl="1"/>
          <a:r>
            <a:rPr lang="ar-SA" dirty="0"/>
            <a:t>قواعد البيانات: تستخدم الشجرة الثنائية للبحث في فهارس البيانات لتسريع عمليات البحث.</a:t>
          </a:r>
          <a:endParaRPr lang="en-US" dirty="0"/>
        </a:p>
      </dgm:t>
    </dgm:pt>
    <dgm:pt modelId="{BA9A2E75-E88A-4387-A33D-F4511AFAD00C}" type="parTrans" cxnId="{8EB2F77E-E06B-48C1-B3CE-A9A9323EFA30}">
      <dgm:prSet/>
      <dgm:spPr/>
      <dgm:t>
        <a:bodyPr/>
        <a:lstStyle/>
        <a:p>
          <a:endParaRPr lang="en-US"/>
        </a:p>
      </dgm:t>
    </dgm:pt>
    <dgm:pt modelId="{B76942E9-A95B-4A0D-9E43-1FCB1ED79299}" type="sibTrans" cxnId="{8EB2F77E-E06B-48C1-B3CE-A9A9323EFA30}">
      <dgm:prSet/>
      <dgm:spPr/>
      <dgm:t>
        <a:bodyPr/>
        <a:lstStyle/>
        <a:p>
          <a:endParaRPr lang="en-US"/>
        </a:p>
      </dgm:t>
    </dgm:pt>
    <dgm:pt modelId="{50819BCD-7E14-4D42-B991-8DBA1B87F0EB}">
      <dgm:prSet/>
      <dgm:spPr/>
      <dgm:t>
        <a:bodyPr/>
        <a:lstStyle/>
        <a:p>
          <a:pPr algn="r" rtl="1"/>
          <a:r>
            <a:rPr lang="ar-SA" dirty="0"/>
            <a:t>أنظمة الملفات: تستخدم لتنظيم الملفات والمجلدات بترتيب يمكن البحث فيه بكفاءة.</a:t>
          </a:r>
          <a:endParaRPr lang="en-US" dirty="0"/>
        </a:p>
      </dgm:t>
    </dgm:pt>
    <dgm:pt modelId="{01CD9FA2-A504-414C-BB5C-B69EC9BBEEF4}" type="parTrans" cxnId="{5A5E0BE5-21D4-47F1-893B-3DE8E99803EA}">
      <dgm:prSet/>
      <dgm:spPr/>
      <dgm:t>
        <a:bodyPr/>
        <a:lstStyle/>
        <a:p>
          <a:endParaRPr lang="en-US"/>
        </a:p>
      </dgm:t>
    </dgm:pt>
    <dgm:pt modelId="{BA68BB6E-F841-4E47-94AC-B113ED0FDF5B}" type="sibTrans" cxnId="{5A5E0BE5-21D4-47F1-893B-3DE8E99803EA}">
      <dgm:prSet/>
      <dgm:spPr/>
      <dgm:t>
        <a:bodyPr/>
        <a:lstStyle/>
        <a:p>
          <a:endParaRPr lang="en-US"/>
        </a:p>
      </dgm:t>
    </dgm:pt>
    <dgm:pt modelId="{59BFE4B2-B5C1-4FAF-AC38-5E0276C5AD4D}">
      <dgm:prSet/>
      <dgm:spPr/>
      <dgm:t>
        <a:bodyPr/>
        <a:lstStyle/>
        <a:p>
          <a:pPr algn="r" rtl="1"/>
          <a:r>
            <a:rPr lang="ar-SA"/>
            <a:t>محركات البحث: تستخدم لتنظيم وتخزين بيانات البحث بحيث يمكن استرجاعها بسرعة.</a:t>
          </a:r>
          <a:endParaRPr lang="en-US"/>
        </a:p>
      </dgm:t>
    </dgm:pt>
    <dgm:pt modelId="{C8E966AC-A954-4ADF-9AFD-35DE8C04F6AF}" type="parTrans" cxnId="{249F6BD8-784F-4CEA-BE8B-45E107FC8DD1}">
      <dgm:prSet/>
      <dgm:spPr/>
      <dgm:t>
        <a:bodyPr/>
        <a:lstStyle/>
        <a:p>
          <a:endParaRPr lang="en-US"/>
        </a:p>
      </dgm:t>
    </dgm:pt>
    <dgm:pt modelId="{0535D47C-250B-4781-AA85-42E99947A52F}" type="sibTrans" cxnId="{249F6BD8-784F-4CEA-BE8B-45E107FC8DD1}">
      <dgm:prSet/>
      <dgm:spPr/>
      <dgm:t>
        <a:bodyPr/>
        <a:lstStyle/>
        <a:p>
          <a:endParaRPr lang="en-US"/>
        </a:p>
      </dgm:t>
    </dgm:pt>
    <dgm:pt modelId="{169575BC-7742-4E07-85D0-176D2DD9EDD8}">
      <dgm:prSet/>
      <dgm:spPr/>
      <dgm:t>
        <a:bodyPr/>
        <a:lstStyle/>
        <a:p>
          <a:pPr algn="r" rtl="1"/>
          <a:r>
            <a:rPr lang="ar-SA" b="1"/>
            <a:t>تطبيقات حقيقية:</a:t>
          </a:r>
          <a:endParaRPr lang="en-US"/>
        </a:p>
      </dgm:t>
    </dgm:pt>
    <dgm:pt modelId="{7CA7F750-B865-4B30-9EE1-2E42E1C66664}" type="parTrans" cxnId="{EB9BED85-19A7-4500-B1B5-E896CAF3480A}">
      <dgm:prSet/>
      <dgm:spPr/>
      <dgm:t>
        <a:bodyPr/>
        <a:lstStyle/>
        <a:p>
          <a:endParaRPr lang="en-US"/>
        </a:p>
      </dgm:t>
    </dgm:pt>
    <dgm:pt modelId="{A5687FAA-1A44-4E6F-9247-869CEBAAF085}" type="sibTrans" cxnId="{EB9BED85-19A7-4500-B1B5-E896CAF3480A}">
      <dgm:prSet/>
      <dgm:spPr/>
      <dgm:t>
        <a:bodyPr/>
        <a:lstStyle/>
        <a:p>
          <a:endParaRPr lang="en-US"/>
        </a:p>
      </dgm:t>
    </dgm:pt>
    <dgm:pt modelId="{B4B3AEC5-FEA4-4FC8-BA5C-233BA313B530}">
      <dgm:prSet/>
      <dgm:spPr/>
      <dgm:t>
        <a:bodyPr/>
        <a:lstStyle/>
        <a:p>
          <a:pPr algn="r" rtl="1"/>
          <a:r>
            <a:rPr lang="ar-SA" b="1"/>
            <a:t>قواعد البيانات:</a:t>
          </a:r>
          <a:endParaRPr lang="en-US"/>
        </a:p>
      </dgm:t>
    </dgm:pt>
    <dgm:pt modelId="{19EC89D1-084B-4D1D-B96B-4E056CF7D7C6}" type="parTrans" cxnId="{5CBA3848-3D6F-43D2-97D2-A38C74AE0CF1}">
      <dgm:prSet/>
      <dgm:spPr/>
      <dgm:t>
        <a:bodyPr/>
        <a:lstStyle/>
        <a:p>
          <a:endParaRPr lang="en-US"/>
        </a:p>
      </dgm:t>
    </dgm:pt>
    <dgm:pt modelId="{3655C8EB-F1A7-4D5A-93C6-A5AC371ECC1B}" type="sibTrans" cxnId="{5CBA3848-3D6F-43D2-97D2-A38C74AE0CF1}">
      <dgm:prSet/>
      <dgm:spPr/>
      <dgm:t>
        <a:bodyPr/>
        <a:lstStyle/>
        <a:p>
          <a:endParaRPr lang="en-US"/>
        </a:p>
      </dgm:t>
    </dgm:pt>
    <dgm:pt modelId="{C3978839-1954-4968-A8AB-C6031D55D821}">
      <dgm:prSet/>
      <dgm:spPr/>
      <dgm:t>
        <a:bodyPr/>
        <a:lstStyle/>
        <a:p>
          <a:pPr algn="r" rtl="1"/>
          <a:r>
            <a:rPr lang="ar-SA"/>
            <a:t>تستخدم الشجرة الثنائية للبحث لتنظيم البيانات بترتيب يمكن البحث فيه بكفاءة. فهرسة البيانات يتم عبر استخدام الشجرة الثنائية للبحث لتسريع عملية البحث عن سجلات معينة.</a:t>
          </a:r>
          <a:endParaRPr lang="en-US"/>
        </a:p>
      </dgm:t>
    </dgm:pt>
    <dgm:pt modelId="{2B6FFA87-B4D2-433F-98CC-4CD0C0DD96DA}" type="parTrans" cxnId="{C63E6A8F-093F-42F3-B6BA-895020269132}">
      <dgm:prSet/>
      <dgm:spPr/>
      <dgm:t>
        <a:bodyPr/>
        <a:lstStyle/>
        <a:p>
          <a:endParaRPr lang="en-US"/>
        </a:p>
      </dgm:t>
    </dgm:pt>
    <dgm:pt modelId="{8BF6597A-1334-4B7C-8538-D2F80AFBE80F}" type="sibTrans" cxnId="{C63E6A8F-093F-42F3-B6BA-895020269132}">
      <dgm:prSet/>
      <dgm:spPr/>
      <dgm:t>
        <a:bodyPr/>
        <a:lstStyle/>
        <a:p>
          <a:endParaRPr lang="en-US"/>
        </a:p>
      </dgm:t>
    </dgm:pt>
    <dgm:pt modelId="{271BD485-AB40-46E2-AD38-34475B465E48}">
      <dgm:prSet/>
      <dgm:spPr/>
      <dgm:t>
        <a:bodyPr/>
        <a:lstStyle/>
        <a:p>
          <a:pPr algn="r" rtl="1"/>
          <a:r>
            <a:rPr lang="ar-SA" b="1"/>
            <a:t>أنظمة الملفات:</a:t>
          </a:r>
          <a:endParaRPr lang="en-US"/>
        </a:p>
      </dgm:t>
    </dgm:pt>
    <dgm:pt modelId="{70EFFEB9-D903-4B19-83CC-C2671E4A849D}" type="parTrans" cxnId="{FDD66754-9F9E-4261-BF87-C3494FA3E3DE}">
      <dgm:prSet/>
      <dgm:spPr/>
      <dgm:t>
        <a:bodyPr/>
        <a:lstStyle/>
        <a:p>
          <a:endParaRPr lang="en-US"/>
        </a:p>
      </dgm:t>
    </dgm:pt>
    <dgm:pt modelId="{24D77D2D-445E-4D3E-AAB7-900AB7374A38}" type="sibTrans" cxnId="{FDD66754-9F9E-4261-BF87-C3494FA3E3DE}">
      <dgm:prSet/>
      <dgm:spPr/>
      <dgm:t>
        <a:bodyPr/>
        <a:lstStyle/>
        <a:p>
          <a:endParaRPr lang="en-US"/>
        </a:p>
      </dgm:t>
    </dgm:pt>
    <dgm:pt modelId="{43B16184-CE41-46C7-AD65-B41D31E7D965}">
      <dgm:prSet/>
      <dgm:spPr/>
      <dgm:t>
        <a:bodyPr/>
        <a:lstStyle/>
        <a:p>
          <a:pPr algn="r" rtl="1"/>
          <a:r>
            <a:rPr lang="ar-SA"/>
            <a:t>تنظيم الملفات والمجلدات بترتيب هرمي يمكن البحث فيه بسرعة وكفاءة. على سبيل المثال، في أنظمة الملفات التي تستخدم هيكل بيانات </a:t>
          </a:r>
          <a:r>
            <a:rPr lang="en-CA"/>
            <a:t>B-tree </a:t>
          </a:r>
          <a:r>
            <a:rPr lang="ar-SA"/>
            <a:t>أو الشجرة الثنائية للبحث.</a:t>
          </a:r>
          <a:endParaRPr lang="en-US"/>
        </a:p>
      </dgm:t>
    </dgm:pt>
    <dgm:pt modelId="{73931F3A-F173-4D57-B944-7445D4CE0AD6}" type="parTrans" cxnId="{7443FC96-B2FB-4099-AA0F-7D901F21F736}">
      <dgm:prSet/>
      <dgm:spPr/>
      <dgm:t>
        <a:bodyPr/>
        <a:lstStyle/>
        <a:p>
          <a:endParaRPr lang="en-US"/>
        </a:p>
      </dgm:t>
    </dgm:pt>
    <dgm:pt modelId="{E857BFD0-BF4B-4BE6-964E-DCE3BFC32212}" type="sibTrans" cxnId="{7443FC96-B2FB-4099-AA0F-7D901F21F736}">
      <dgm:prSet/>
      <dgm:spPr/>
      <dgm:t>
        <a:bodyPr/>
        <a:lstStyle/>
        <a:p>
          <a:endParaRPr lang="en-US"/>
        </a:p>
      </dgm:t>
    </dgm:pt>
    <dgm:pt modelId="{F704349F-C2FF-4BFA-98DB-07D7BADF361B}">
      <dgm:prSet/>
      <dgm:spPr/>
      <dgm:t>
        <a:bodyPr/>
        <a:lstStyle/>
        <a:p>
          <a:pPr algn="r" rtl="1"/>
          <a:r>
            <a:rPr lang="ar-SA" b="1"/>
            <a:t>محركات البحث:</a:t>
          </a:r>
          <a:endParaRPr lang="en-US"/>
        </a:p>
      </dgm:t>
    </dgm:pt>
    <dgm:pt modelId="{06DBCA62-4EF9-4E7C-AF71-B4CF55406FB6}" type="parTrans" cxnId="{E92E826D-3C3B-4AEC-A717-7DCC041F3CBD}">
      <dgm:prSet/>
      <dgm:spPr/>
      <dgm:t>
        <a:bodyPr/>
        <a:lstStyle/>
        <a:p>
          <a:endParaRPr lang="en-US"/>
        </a:p>
      </dgm:t>
    </dgm:pt>
    <dgm:pt modelId="{B0E1FED5-5C36-4BB7-B7DA-B11DEA7ACF2D}" type="sibTrans" cxnId="{E92E826D-3C3B-4AEC-A717-7DCC041F3CBD}">
      <dgm:prSet/>
      <dgm:spPr/>
      <dgm:t>
        <a:bodyPr/>
        <a:lstStyle/>
        <a:p>
          <a:endParaRPr lang="en-US"/>
        </a:p>
      </dgm:t>
    </dgm:pt>
    <dgm:pt modelId="{E38A7CCD-E51E-4700-B80B-DCEAB300B860}">
      <dgm:prSet/>
      <dgm:spPr/>
      <dgm:t>
        <a:bodyPr/>
        <a:lstStyle/>
        <a:p>
          <a:pPr algn="r" rtl="1"/>
          <a:r>
            <a:rPr lang="ar-SA" dirty="0"/>
            <a:t>تنظيم وتخزين بيانات البحث بترتيب يمكن استرجاعها بسرعة. على سبيل المثال، محركات البحث تستخدم شجرة البحث الثنائية لتنظيم الكلمات الرئيسية وصفحات الويب المرتبطة بها.</a:t>
          </a:r>
          <a:endParaRPr lang="en-US" dirty="0"/>
        </a:p>
      </dgm:t>
    </dgm:pt>
    <dgm:pt modelId="{B359771C-F9EB-42C7-AB96-9691B85DDCB7}" type="parTrans" cxnId="{E141BE1B-164F-4DF4-98A8-BAF1E29F0B79}">
      <dgm:prSet/>
      <dgm:spPr/>
      <dgm:t>
        <a:bodyPr/>
        <a:lstStyle/>
        <a:p>
          <a:endParaRPr lang="en-US"/>
        </a:p>
      </dgm:t>
    </dgm:pt>
    <dgm:pt modelId="{E96C9A92-15AC-4407-8C5F-54EAB76CFD97}" type="sibTrans" cxnId="{E141BE1B-164F-4DF4-98A8-BAF1E29F0B79}">
      <dgm:prSet/>
      <dgm:spPr/>
      <dgm:t>
        <a:bodyPr/>
        <a:lstStyle/>
        <a:p>
          <a:endParaRPr lang="en-US"/>
        </a:p>
      </dgm:t>
    </dgm:pt>
    <dgm:pt modelId="{D7FC54F6-B6C2-4BEB-B513-27F3B05D1E7F}" type="pres">
      <dgm:prSet presAssocID="{F6632EAF-E349-4F00-A9E5-A0F97503F92E}" presName="linear" presStyleCnt="0">
        <dgm:presLayoutVars>
          <dgm:dir/>
          <dgm:animLvl val="lvl"/>
          <dgm:resizeHandles val="exact"/>
        </dgm:presLayoutVars>
      </dgm:prSet>
      <dgm:spPr/>
    </dgm:pt>
    <dgm:pt modelId="{C39BD5B5-85B1-4DCC-A3A6-8789C50F908F}" type="pres">
      <dgm:prSet presAssocID="{812F0F02-0304-4B4F-AC8A-210EA2470329}" presName="parentLin" presStyleCnt="0"/>
      <dgm:spPr/>
    </dgm:pt>
    <dgm:pt modelId="{C738858F-25CC-45C8-84D2-60DF18546CCD}" type="pres">
      <dgm:prSet presAssocID="{812F0F02-0304-4B4F-AC8A-210EA2470329}" presName="parentLeftMargin" presStyleLbl="node1" presStyleIdx="0" presStyleCnt="2"/>
      <dgm:spPr/>
    </dgm:pt>
    <dgm:pt modelId="{C778A19C-A518-47D3-9D7F-51F6DCF6925C}" type="pres">
      <dgm:prSet presAssocID="{812F0F02-0304-4B4F-AC8A-210EA247032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658B1A8-6001-4B3C-9016-7063D265C236}" type="pres">
      <dgm:prSet presAssocID="{812F0F02-0304-4B4F-AC8A-210EA2470329}" presName="negativeSpace" presStyleCnt="0"/>
      <dgm:spPr/>
    </dgm:pt>
    <dgm:pt modelId="{46671DED-1454-4203-910C-25451EF2137C}" type="pres">
      <dgm:prSet presAssocID="{812F0F02-0304-4B4F-AC8A-210EA2470329}" presName="childText" presStyleLbl="conFgAcc1" presStyleIdx="0" presStyleCnt="2">
        <dgm:presLayoutVars>
          <dgm:bulletEnabled val="1"/>
        </dgm:presLayoutVars>
      </dgm:prSet>
      <dgm:spPr/>
    </dgm:pt>
    <dgm:pt modelId="{D8F23EB5-67CD-4378-9986-B60BAAD10DAD}" type="pres">
      <dgm:prSet presAssocID="{C12C489F-985D-4AE0-B315-F967C0384292}" presName="spaceBetweenRectangles" presStyleCnt="0"/>
      <dgm:spPr/>
    </dgm:pt>
    <dgm:pt modelId="{49149461-D2F5-48EF-A416-8C6009AB2CC3}" type="pres">
      <dgm:prSet presAssocID="{169575BC-7742-4E07-85D0-176D2DD9EDD8}" presName="parentLin" presStyleCnt="0"/>
      <dgm:spPr/>
    </dgm:pt>
    <dgm:pt modelId="{6A4DAFDA-3D7D-424D-BFBA-99B36B69308E}" type="pres">
      <dgm:prSet presAssocID="{169575BC-7742-4E07-85D0-176D2DD9EDD8}" presName="parentLeftMargin" presStyleLbl="node1" presStyleIdx="0" presStyleCnt="2"/>
      <dgm:spPr/>
    </dgm:pt>
    <dgm:pt modelId="{BDF3E0FD-57AB-48FE-BE25-AC919C33BAD5}" type="pres">
      <dgm:prSet presAssocID="{169575BC-7742-4E07-85D0-176D2DD9EDD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BB999CD-1669-455F-A828-3BB1EBCAB378}" type="pres">
      <dgm:prSet presAssocID="{169575BC-7742-4E07-85D0-176D2DD9EDD8}" presName="negativeSpace" presStyleCnt="0"/>
      <dgm:spPr/>
    </dgm:pt>
    <dgm:pt modelId="{302BEAF9-3978-4FCD-B8FA-1C1FDAD24253}" type="pres">
      <dgm:prSet presAssocID="{169575BC-7742-4E07-85D0-176D2DD9EDD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8AF9519-9153-4182-9805-48ABEAC3CD87}" type="presOf" srcId="{F6632EAF-E349-4F00-A9E5-A0F97503F92E}" destId="{D7FC54F6-B6C2-4BEB-B513-27F3B05D1E7F}" srcOrd="0" destOrd="0" presId="urn:microsoft.com/office/officeart/2005/8/layout/list1"/>
    <dgm:cxn modelId="{E141BE1B-164F-4DF4-98A8-BAF1E29F0B79}" srcId="{F704349F-C2FF-4BFA-98DB-07D7BADF361B}" destId="{E38A7CCD-E51E-4700-B80B-DCEAB300B860}" srcOrd="0" destOrd="0" parTransId="{B359771C-F9EB-42C7-AB96-9691B85DDCB7}" sibTransId="{E96C9A92-15AC-4407-8C5F-54EAB76CFD97}"/>
    <dgm:cxn modelId="{7A33F81D-8B98-488C-B23D-97EFFA9430C1}" type="presOf" srcId="{59BFE4B2-B5C1-4FAF-AC38-5E0276C5AD4D}" destId="{46671DED-1454-4203-910C-25451EF2137C}" srcOrd="0" destOrd="2" presId="urn:microsoft.com/office/officeart/2005/8/layout/list1"/>
    <dgm:cxn modelId="{AE0EA434-CDB8-4609-A37F-145DBDDD6C12}" type="presOf" srcId="{169575BC-7742-4E07-85D0-176D2DD9EDD8}" destId="{6A4DAFDA-3D7D-424D-BFBA-99B36B69308E}" srcOrd="0" destOrd="0" presId="urn:microsoft.com/office/officeart/2005/8/layout/list1"/>
    <dgm:cxn modelId="{A72ED35F-BA28-45EA-9EAC-2E2896B71758}" type="presOf" srcId="{50819BCD-7E14-4D42-B991-8DBA1B87F0EB}" destId="{46671DED-1454-4203-910C-25451EF2137C}" srcOrd="0" destOrd="1" presId="urn:microsoft.com/office/officeart/2005/8/layout/list1"/>
    <dgm:cxn modelId="{F221A262-915A-4DD7-A4B6-B6308DE20965}" type="presOf" srcId="{B4B3AEC5-FEA4-4FC8-BA5C-233BA313B530}" destId="{302BEAF9-3978-4FCD-B8FA-1C1FDAD24253}" srcOrd="0" destOrd="0" presId="urn:microsoft.com/office/officeart/2005/8/layout/list1"/>
    <dgm:cxn modelId="{5CBA3848-3D6F-43D2-97D2-A38C74AE0CF1}" srcId="{169575BC-7742-4E07-85D0-176D2DD9EDD8}" destId="{B4B3AEC5-FEA4-4FC8-BA5C-233BA313B530}" srcOrd="0" destOrd="0" parTransId="{19EC89D1-084B-4D1D-B96B-4E056CF7D7C6}" sibTransId="{3655C8EB-F1A7-4D5A-93C6-A5AC371ECC1B}"/>
    <dgm:cxn modelId="{E92E826D-3C3B-4AEC-A717-7DCC041F3CBD}" srcId="{169575BC-7742-4E07-85D0-176D2DD9EDD8}" destId="{F704349F-C2FF-4BFA-98DB-07D7BADF361B}" srcOrd="2" destOrd="0" parTransId="{06DBCA62-4EF9-4E7C-AF71-B4CF55406FB6}" sibTransId="{B0E1FED5-5C36-4BB7-B7DA-B11DEA7ACF2D}"/>
    <dgm:cxn modelId="{D0AAD04F-3E3D-440F-A903-0D1309503C70}" type="presOf" srcId="{C9399A81-7659-405D-9304-101356DEDD7C}" destId="{46671DED-1454-4203-910C-25451EF2137C}" srcOrd="0" destOrd="0" presId="urn:microsoft.com/office/officeart/2005/8/layout/list1"/>
    <dgm:cxn modelId="{FDD66754-9F9E-4261-BF87-C3494FA3E3DE}" srcId="{169575BC-7742-4E07-85D0-176D2DD9EDD8}" destId="{271BD485-AB40-46E2-AD38-34475B465E48}" srcOrd="1" destOrd="0" parTransId="{70EFFEB9-D903-4B19-83CC-C2671E4A849D}" sibTransId="{24D77D2D-445E-4D3E-AAB7-900AB7374A38}"/>
    <dgm:cxn modelId="{D7814A7E-6220-4B60-A081-24FFD8181E59}" type="presOf" srcId="{F704349F-C2FF-4BFA-98DB-07D7BADF361B}" destId="{302BEAF9-3978-4FCD-B8FA-1C1FDAD24253}" srcOrd="0" destOrd="4" presId="urn:microsoft.com/office/officeart/2005/8/layout/list1"/>
    <dgm:cxn modelId="{8EB2F77E-E06B-48C1-B3CE-A9A9323EFA30}" srcId="{812F0F02-0304-4B4F-AC8A-210EA2470329}" destId="{C9399A81-7659-405D-9304-101356DEDD7C}" srcOrd="0" destOrd="0" parTransId="{BA9A2E75-E88A-4387-A33D-F4511AFAD00C}" sibTransId="{B76942E9-A95B-4A0D-9E43-1FCB1ED79299}"/>
    <dgm:cxn modelId="{6BAB8E81-D769-4745-8936-7B51DF8828CD}" type="presOf" srcId="{43B16184-CE41-46C7-AD65-B41D31E7D965}" destId="{302BEAF9-3978-4FCD-B8FA-1C1FDAD24253}" srcOrd="0" destOrd="3" presId="urn:microsoft.com/office/officeart/2005/8/layout/list1"/>
    <dgm:cxn modelId="{E0215784-3106-4849-A782-D4D6353453CD}" type="presOf" srcId="{271BD485-AB40-46E2-AD38-34475B465E48}" destId="{302BEAF9-3978-4FCD-B8FA-1C1FDAD24253}" srcOrd="0" destOrd="2" presId="urn:microsoft.com/office/officeart/2005/8/layout/list1"/>
    <dgm:cxn modelId="{EB9BED85-19A7-4500-B1B5-E896CAF3480A}" srcId="{F6632EAF-E349-4F00-A9E5-A0F97503F92E}" destId="{169575BC-7742-4E07-85D0-176D2DD9EDD8}" srcOrd="1" destOrd="0" parTransId="{7CA7F750-B865-4B30-9EE1-2E42E1C66664}" sibTransId="{A5687FAA-1A44-4E6F-9247-869CEBAAF085}"/>
    <dgm:cxn modelId="{ADF5C48A-FF77-495A-9766-BEAFB87CB808}" type="presOf" srcId="{812F0F02-0304-4B4F-AC8A-210EA2470329}" destId="{C738858F-25CC-45C8-84D2-60DF18546CCD}" srcOrd="0" destOrd="0" presId="urn:microsoft.com/office/officeart/2005/8/layout/list1"/>
    <dgm:cxn modelId="{C63E6A8F-093F-42F3-B6BA-895020269132}" srcId="{B4B3AEC5-FEA4-4FC8-BA5C-233BA313B530}" destId="{C3978839-1954-4968-A8AB-C6031D55D821}" srcOrd="0" destOrd="0" parTransId="{2B6FFA87-B4D2-433F-98CC-4CD0C0DD96DA}" sibTransId="{8BF6597A-1334-4B7C-8538-D2F80AFBE80F}"/>
    <dgm:cxn modelId="{AEDEC196-C29A-4B70-B9CF-5F3CC986A55F}" type="presOf" srcId="{E38A7CCD-E51E-4700-B80B-DCEAB300B860}" destId="{302BEAF9-3978-4FCD-B8FA-1C1FDAD24253}" srcOrd="0" destOrd="5" presId="urn:microsoft.com/office/officeart/2005/8/layout/list1"/>
    <dgm:cxn modelId="{7443FC96-B2FB-4099-AA0F-7D901F21F736}" srcId="{271BD485-AB40-46E2-AD38-34475B465E48}" destId="{43B16184-CE41-46C7-AD65-B41D31E7D965}" srcOrd="0" destOrd="0" parTransId="{73931F3A-F173-4D57-B944-7445D4CE0AD6}" sibTransId="{E857BFD0-BF4B-4BE6-964E-DCE3BFC32212}"/>
    <dgm:cxn modelId="{3EAD2BC4-3CC2-45D2-8273-359C2D71EDEF}" type="presOf" srcId="{169575BC-7742-4E07-85D0-176D2DD9EDD8}" destId="{BDF3E0FD-57AB-48FE-BE25-AC919C33BAD5}" srcOrd="1" destOrd="0" presId="urn:microsoft.com/office/officeart/2005/8/layout/list1"/>
    <dgm:cxn modelId="{A8D207C8-144B-47AD-8318-924872A30BE9}" type="presOf" srcId="{812F0F02-0304-4B4F-AC8A-210EA2470329}" destId="{C778A19C-A518-47D3-9D7F-51F6DCF6925C}" srcOrd="1" destOrd="0" presId="urn:microsoft.com/office/officeart/2005/8/layout/list1"/>
    <dgm:cxn modelId="{249F6BD8-784F-4CEA-BE8B-45E107FC8DD1}" srcId="{812F0F02-0304-4B4F-AC8A-210EA2470329}" destId="{59BFE4B2-B5C1-4FAF-AC38-5E0276C5AD4D}" srcOrd="2" destOrd="0" parTransId="{C8E966AC-A954-4ADF-9AFD-35DE8C04F6AF}" sibTransId="{0535D47C-250B-4781-AA85-42E99947A52F}"/>
    <dgm:cxn modelId="{EFF8A0E4-1776-49F9-82DD-03205550E6F5}" type="presOf" srcId="{C3978839-1954-4968-A8AB-C6031D55D821}" destId="{302BEAF9-3978-4FCD-B8FA-1C1FDAD24253}" srcOrd="0" destOrd="1" presId="urn:microsoft.com/office/officeart/2005/8/layout/list1"/>
    <dgm:cxn modelId="{5A5E0BE5-21D4-47F1-893B-3DE8E99803EA}" srcId="{812F0F02-0304-4B4F-AC8A-210EA2470329}" destId="{50819BCD-7E14-4D42-B991-8DBA1B87F0EB}" srcOrd="1" destOrd="0" parTransId="{01CD9FA2-A504-414C-BB5C-B69EC9BBEEF4}" sibTransId="{BA68BB6E-F841-4E47-94AC-B113ED0FDF5B}"/>
    <dgm:cxn modelId="{6A39A6F6-8182-4F40-9D9F-AFADB5E1E1CC}" srcId="{F6632EAF-E349-4F00-A9E5-A0F97503F92E}" destId="{812F0F02-0304-4B4F-AC8A-210EA2470329}" srcOrd="0" destOrd="0" parTransId="{4599B677-57D3-4731-A799-9BD48E5FF79F}" sibTransId="{C12C489F-985D-4AE0-B315-F967C0384292}"/>
    <dgm:cxn modelId="{928DD2DD-182C-41BC-ABDA-3436643CB6F7}" type="presParOf" srcId="{D7FC54F6-B6C2-4BEB-B513-27F3B05D1E7F}" destId="{C39BD5B5-85B1-4DCC-A3A6-8789C50F908F}" srcOrd="0" destOrd="0" presId="urn:microsoft.com/office/officeart/2005/8/layout/list1"/>
    <dgm:cxn modelId="{620F0C2E-281B-40EE-B6CE-051C2651E8DC}" type="presParOf" srcId="{C39BD5B5-85B1-4DCC-A3A6-8789C50F908F}" destId="{C738858F-25CC-45C8-84D2-60DF18546CCD}" srcOrd="0" destOrd="0" presId="urn:microsoft.com/office/officeart/2005/8/layout/list1"/>
    <dgm:cxn modelId="{A03DF1AB-C89B-48E4-9C3A-0587F39D4876}" type="presParOf" srcId="{C39BD5B5-85B1-4DCC-A3A6-8789C50F908F}" destId="{C778A19C-A518-47D3-9D7F-51F6DCF6925C}" srcOrd="1" destOrd="0" presId="urn:microsoft.com/office/officeart/2005/8/layout/list1"/>
    <dgm:cxn modelId="{D9A4414B-F5FF-48D0-98A6-177E233C336C}" type="presParOf" srcId="{D7FC54F6-B6C2-4BEB-B513-27F3B05D1E7F}" destId="{7658B1A8-6001-4B3C-9016-7063D265C236}" srcOrd="1" destOrd="0" presId="urn:microsoft.com/office/officeart/2005/8/layout/list1"/>
    <dgm:cxn modelId="{F575DAAC-85AF-40CE-BF6C-C9CA1654122B}" type="presParOf" srcId="{D7FC54F6-B6C2-4BEB-B513-27F3B05D1E7F}" destId="{46671DED-1454-4203-910C-25451EF2137C}" srcOrd="2" destOrd="0" presId="urn:microsoft.com/office/officeart/2005/8/layout/list1"/>
    <dgm:cxn modelId="{5B63BBC7-580C-4A85-95E7-764589BBBFB1}" type="presParOf" srcId="{D7FC54F6-B6C2-4BEB-B513-27F3B05D1E7F}" destId="{D8F23EB5-67CD-4378-9986-B60BAAD10DAD}" srcOrd="3" destOrd="0" presId="urn:microsoft.com/office/officeart/2005/8/layout/list1"/>
    <dgm:cxn modelId="{E61CFBB9-C530-4A00-902D-9FB292515FFD}" type="presParOf" srcId="{D7FC54F6-B6C2-4BEB-B513-27F3B05D1E7F}" destId="{49149461-D2F5-48EF-A416-8C6009AB2CC3}" srcOrd="4" destOrd="0" presId="urn:microsoft.com/office/officeart/2005/8/layout/list1"/>
    <dgm:cxn modelId="{3EB08408-7C16-4AB3-8D46-62EEDA92366C}" type="presParOf" srcId="{49149461-D2F5-48EF-A416-8C6009AB2CC3}" destId="{6A4DAFDA-3D7D-424D-BFBA-99B36B69308E}" srcOrd="0" destOrd="0" presId="urn:microsoft.com/office/officeart/2005/8/layout/list1"/>
    <dgm:cxn modelId="{6AB6C7EA-ED24-4072-B1D9-790DAAEAAF9D}" type="presParOf" srcId="{49149461-D2F5-48EF-A416-8C6009AB2CC3}" destId="{BDF3E0FD-57AB-48FE-BE25-AC919C33BAD5}" srcOrd="1" destOrd="0" presId="urn:microsoft.com/office/officeart/2005/8/layout/list1"/>
    <dgm:cxn modelId="{E7F177BA-3FE8-434B-BC25-746E655FFE36}" type="presParOf" srcId="{D7FC54F6-B6C2-4BEB-B513-27F3B05D1E7F}" destId="{ABB999CD-1669-455F-A828-3BB1EBCAB378}" srcOrd="5" destOrd="0" presId="urn:microsoft.com/office/officeart/2005/8/layout/list1"/>
    <dgm:cxn modelId="{C55E4AB2-F190-42DF-8B8B-49AC88B11E77}" type="presParOf" srcId="{D7FC54F6-B6C2-4BEB-B513-27F3B05D1E7F}" destId="{302BEAF9-3978-4FCD-B8FA-1C1FDAD2425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214C8E-1062-48DA-823E-CA5F3045D862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4EDEA11-2A66-47D2-A5A2-57E6BDCC78A3}">
      <dgm:prSet/>
      <dgm:spPr/>
      <dgm:t>
        <a:bodyPr/>
        <a:lstStyle/>
        <a:p>
          <a:pPr algn="r" rtl="1"/>
          <a:r>
            <a:rPr lang="ar-SA" b="1"/>
            <a:t>المزايا:</a:t>
          </a:r>
          <a:endParaRPr lang="en-US"/>
        </a:p>
      </dgm:t>
    </dgm:pt>
    <dgm:pt modelId="{6A9F2A74-0F25-4854-B4DD-BD9196B110A6}" type="parTrans" cxnId="{D2F3E521-9B88-4442-A71F-0EBF6C130661}">
      <dgm:prSet/>
      <dgm:spPr/>
      <dgm:t>
        <a:bodyPr/>
        <a:lstStyle/>
        <a:p>
          <a:endParaRPr lang="en-US"/>
        </a:p>
      </dgm:t>
    </dgm:pt>
    <dgm:pt modelId="{869FA25D-D105-4047-9620-FDD0BBA67003}" type="sibTrans" cxnId="{D2F3E521-9B88-4442-A71F-0EBF6C130661}">
      <dgm:prSet/>
      <dgm:spPr/>
      <dgm:t>
        <a:bodyPr/>
        <a:lstStyle/>
        <a:p>
          <a:endParaRPr lang="en-US"/>
        </a:p>
      </dgm:t>
    </dgm:pt>
    <dgm:pt modelId="{74F58789-B7C0-4B91-B9BF-C1CF1F067D84}">
      <dgm:prSet/>
      <dgm:spPr/>
      <dgm:t>
        <a:bodyPr/>
        <a:lstStyle/>
        <a:p>
          <a:pPr algn="r" rtl="1"/>
          <a:r>
            <a:rPr lang="ar-SA" dirty="0"/>
            <a:t>كفاءة عالية في عمليات البحث والإدراج والحذف.</a:t>
          </a:r>
          <a:endParaRPr lang="en-US" dirty="0"/>
        </a:p>
      </dgm:t>
    </dgm:pt>
    <dgm:pt modelId="{8F2358A5-23D0-408F-9CF8-81736DFFBCAA}" type="parTrans" cxnId="{98FA6D10-8C7D-48A8-AEA9-15CCAD370AD4}">
      <dgm:prSet/>
      <dgm:spPr/>
      <dgm:t>
        <a:bodyPr/>
        <a:lstStyle/>
        <a:p>
          <a:endParaRPr lang="en-US"/>
        </a:p>
      </dgm:t>
    </dgm:pt>
    <dgm:pt modelId="{23950565-9DC8-460D-A1BB-2313F2AD6E19}" type="sibTrans" cxnId="{98FA6D10-8C7D-48A8-AEA9-15CCAD370AD4}">
      <dgm:prSet/>
      <dgm:spPr/>
      <dgm:t>
        <a:bodyPr/>
        <a:lstStyle/>
        <a:p>
          <a:endParaRPr lang="en-US"/>
        </a:p>
      </dgm:t>
    </dgm:pt>
    <dgm:pt modelId="{085AD8DC-EF64-4F4A-BEBA-69734B20C4F4}">
      <dgm:prSet/>
      <dgm:spPr/>
      <dgm:t>
        <a:bodyPr/>
        <a:lstStyle/>
        <a:p>
          <a:pPr algn="r" rtl="1"/>
          <a:r>
            <a:rPr lang="ar-SA"/>
            <a:t>الحفاظ على ترتيب البيانات.</a:t>
          </a:r>
          <a:endParaRPr lang="en-US"/>
        </a:p>
      </dgm:t>
    </dgm:pt>
    <dgm:pt modelId="{3ABE44EA-4856-48D8-A810-DAD7E366D1F4}" type="parTrans" cxnId="{B90146AD-BE1E-454B-BD54-FFFD042D2F5F}">
      <dgm:prSet/>
      <dgm:spPr/>
      <dgm:t>
        <a:bodyPr/>
        <a:lstStyle/>
        <a:p>
          <a:endParaRPr lang="en-US"/>
        </a:p>
      </dgm:t>
    </dgm:pt>
    <dgm:pt modelId="{23906083-B131-4666-B1F2-5F20CA96B3E4}" type="sibTrans" cxnId="{B90146AD-BE1E-454B-BD54-FFFD042D2F5F}">
      <dgm:prSet/>
      <dgm:spPr/>
      <dgm:t>
        <a:bodyPr/>
        <a:lstStyle/>
        <a:p>
          <a:endParaRPr lang="en-US"/>
        </a:p>
      </dgm:t>
    </dgm:pt>
    <dgm:pt modelId="{C2CA7ED8-07AF-491E-B557-94D8F61A8CAC}">
      <dgm:prSet/>
      <dgm:spPr/>
      <dgm:t>
        <a:bodyPr/>
        <a:lstStyle/>
        <a:p>
          <a:pPr algn="r" rtl="1"/>
          <a:r>
            <a:rPr lang="ar-SA" dirty="0"/>
            <a:t>سهولة التنفيذ والفهم.</a:t>
          </a:r>
          <a:endParaRPr lang="en-US" dirty="0"/>
        </a:p>
      </dgm:t>
    </dgm:pt>
    <dgm:pt modelId="{D4466565-383E-4B8D-B4FE-DD66DC45A418}" type="parTrans" cxnId="{1AF10C41-CEBD-483F-B1C0-F6907349A11E}">
      <dgm:prSet/>
      <dgm:spPr/>
      <dgm:t>
        <a:bodyPr/>
        <a:lstStyle/>
        <a:p>
          <a:endParaRPr lang="en-US"/>
        </a:p>
      </dgm:t>
    </dgm:pt>
    <dgm:pt modelId="{F3FAFBBE-3A03-4086-ACE1-B8BD79BBA86E}" type="sibTrans" cxnId="{1AF10C41-CEBD-483F-B1C0-F6907349A11E}">
      <dgm:prSet/>
      <dgm:spPr/>
      <dgm:t>
        <a:bodyPr/>
        <a:lstStyle/>
        <a:p>
          <a:endParaRPr lang="en-US"/>
        </a:p>
      </dgm:t>
    </dgm:pt>
    <dgm:pt modelId="{DBD11AE3-A1E7-4CE9-91DA-58330573E28B}">
      <dgm:prSet/>
      <dgm:spPr/>
      <dgm:t>
        <a:bodyPr/>
        <a:lstStyle/>
        <a:p>
          <a:pPr algn="r" rtl="1"/>
          <a:r>
            <a:rPr lang="ar-SA" b="1"/>
            <a:t>العيوب:</a:t>
          </a:r>
          <a:endParaRPr lang="en-US"/>
        </a:p>
      </dgm:t>
    </dgm:pt>
    <dgm:pt modelId="{0F699E04-6A49-4B8B-ABBC-6DEEA54C1378}" type="parTrans" cxnId="{4942A1C7-6342-4E2B-A825-6AB8B0ADABC2}">
      <dgm:prSet/>
      <dgm:spPr/>
      <dgm:t>
        <a:bodyPr/>
        <a:lstStyle/>
        <a:p>
          <a:endParaRPr lang="en-US"/>
        </a:p>
      </dgm:t>
    </dgm:pt>
    <dgm:pt modelId="{0AF68AAB-F225-40FA-AA37-3E876D0743B9}" type="sibTrans" cxnId="{4942A1C7-6342-4E2B-A825-6AB8B0ADABC2}">
      <dgm:prSet/>
      <dgm:spPr/>
      <dgm:t>
        <a:bodyPr/>
        <a:lstStyle/>
        <a:p>
          <a:endParaRPr lang="en-US"/>
        </a:p>
      </dgm:t>
    </dgm:pt>
    <dgm:pt modelId="{8A8B53AE-32E8-419C-A2E2-E35A32495FD8}">
      <dgm:prSet/>
      <dgm:spPr/>
      <dgm:t>
        <a:bodyPr/>
        <a:lstStyle/>
        <a:p>
          <a:pPr algn="r" rtl="1"/>
          <a:r>
            <a:rPr lang="ar-SA" dirty="0"/>
            <a:t>قد تصبح غير متوازنة مما يقلل من كفاءتها.</a:t>
          </a:r>
          <a:endParaRPr lang="en-US" dirty="0"/>
        </a:p>
      </dgm:t>
    </dgm:pt>
    <dgm:pt modelId="{E13332AF-CD17-4E0D-A537-74B4A5068984}" type="parTrans" cxnId="{A69AF6DA-5E9A-4B3B-8B33-06839CBB1B2C}">
      <dgm:prSet/>
      <dgm:spPr/>
      <dgm:t>
        <a:bodyPr/>
        <a:lstStyle/>
        <a:p>
          <a:endParaRPr lang="en-US"/>
        </a:p>
      </dgm:t>
    </dgm:pt>
    <dgm:pt modelId="{61BCE4A5-B436-43FC-9A90-7C6ABCAB2A26}" type="sibTrans" cxnId="{A69AF6DA-5E9A-4B3B-8B33-06839CBB1B2C}">
      <dgm:prSet/>
      <dgm:spPr/>
      <dgm:t>
        <a:bodyPr/>
        <a:lstStyle/>
        <a:p>
          <a:endParaRPr lang="en-US"/>
        </a:p>
      </dgm:t>
    </dgm:pt>
    <dgm:pt modelId="{22DFD1AD-56BC-4619-B4ED-3DCD3CDFF407}">
      <dgm:prSet/>
      <dgm:spPr/>
      <dgm:t>
        <a:bodyPr/>
        <a:lstStyle/>
        <a:p>
          <a:pPr algn="r" rtl="1"/>
          <a:r>
            <a:rPr lang="ar-SA" dirty="0"/>
            <a:t>استخدام الذاكرة الإضافية بسبب هيكل الشجرة.</a:t>
          </a:r>
          <a:endParaRPr lang="en-US" dirty="0"/>
        </a:p>
      </dgm:t>
    </dgm:pt>
    <dgm:pt modelId="{FA434B5A-D635-4398-BAC8-D7AA8B9CCE62}" type="parTrans" cxnId="{CEFE6DF4-6BB4-452D-A00C-5F797A7426AC}">
      <dgm:prSet/>
      <dgm:spPr/>
      <dgm:t>
        <a:bodyPr/>
        <a:lstStyle/>
        <a:p>
          <a:endParaRPr lang="en-US"/>
        </a:p>
      </dgm:t>
    </dgm:pt>
    <dgm:pt modelId="{429EDEDD-26EF-479F-B7F6-D3E81876FF47}" type="sibTrans" cxnId="{CEFE6DF4-6BB4-452D-A00C-5F797A7426AC}">
      <dgm:prSet/>
      <dgm:spPr/>
      <dgm:t>
        <a:bodyPr/>
        <a:lstStyle/>
        <a:p>
          <a:endParaRPr lang="en-US"/>
        </a:p>
      </dgm:t>
    </dgm:pt>
    <dgm:pt modelId="{E2BFDD2C-5ECE-48C7-A73E-7B1B63153BEC}" type="pres">
      <dgm:prSet presAssocID="{13214C8E-1062-48DA-823E-CA5F3045D862}" presName="linear" presStyleCnt="0">
        <dgm:presLayoutVars>
          <dgm:dir/>
          <dgm:animLvl val="lvl"/>
          <dgm:resizeHandles val="exact"/>
        </dgm:presLayoutVars>
      </dgm:prSet>
      <dgm:spPr/>
    </dgm:pt>
    <dgm:pt modelId="{285B5E16-E496-413D-ACC4-2D1EF1AC5D3D}" type="pres">
      <dgm:prSet presAssocID="{B4EDEA11-2A66-47D2-A5A2-57E6BDCC78A3}" presName="parentLin" presStyleCnt="0"/>
      <dgm:spPr/>
    </dgm:pt>
    <dgm:pt modelId="{92CC71FE-185F-4A09-B1C4-92937E647BA8}" type="pres">
      <dgm:prSet presAssocID="{B4EDEA11-2A66-47D2-A5A2-57E6BDCC78A3}" presName="parentLeftMargin" presStyleLbl="node1" presStyleIdx="0" presStyleCnt="2"/>
      <dgm:spPr/>
    </dgm:pt>
    <dgm:pt modelId="{8EE8B120-835F-463A-A605-6DE9A68F0461}" type="pres">
      <dgm:prSet presAssocID="{B4EDEA11-2A66-47D2-A5A2-57E6BDCC78A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56286EE-7D79-4D4B-91B0-A733A6503234}" type="pres">
      <dgm:prSet presAssocID="{B4EDEA11-2A66-47D2-A5A2-57E6BDCC78A3}" presName="negativeSpace" presStyleCnt="0"/>
      <dgm:spPr/>
    </dgm:pt>
    <dgm:pt modelId="{B46484B0-7C37-4CA5-8E09-26D9EBC39968}" type="pres">
      <dgm:prSet presAssocID="{B4EDEA11-2A66-47D2-A5A2-57E6BDCC78A3}" presName="childText" presStyleLbl="conFgAcc1" presStyleIdx="0" presStyleCnt="2">
        <dgm:presLayoutVars>
          <dgm:bulletEnabled val="1"/>
        </dgm:presLayoutVars>
      </dgm:prSet>
      <dgm:spPr/>
    </dgm:pt>
    <dgm:pt modelId="{7BEF0A8B-0213-4D01-ABE2-7F0E0FDAE867}" type="pres">
      <dgm:prSet presAssocID="{869FA25D-D105-4047-9620-FDD0BBA67003}" presName="spaceBetweenRectangles" presStyleCnt="0"/>
      <dgm:spPr/>
    </dgm:pt>
    <dgm:pt modelId="{0092E5BB-E6B0-4082-8389-1C4EAC75AE8A}" type="pres">
      <dgm:prSet presAssocID="{DBD11AE3-A1E7-4CE9-91DA-58330573E28B}" presName="parentLin" presStyleCnt="0"/>
      <dgm:spPr/>
    </dgm:pt>
    <dgm:pt modelId="{7A5887F6-164D-4210-BE41-C7DA636DFF67}" type="pres">
      <dgm:prSet presAssocID="{DBD11AE3-A1E7-4CE9-91DA-58330573E28B}" presName="parentLeftMargin" presStyleLbl="node1" presStyleIdx="0" presStyleCnt="2"/>
      <dgm:spPr/>
    </dgm:pt>
    <dgm:pt modelId="{A36D399C-8019-4C76-92F4-51DDA15D001C}" type="pres">
      <dgm:prSet presAssocID="{DBD11AE3-A1E7-4CE9-91DA-58330573E28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18EBA81-AE6E-4DC7-8EB0-C04EAE345B8B}" type="pres">
      <dgm:prSet presAssocID="{DBD11AE3-A1E7-4CE9-91DA-58330573E28B}" presName="negativeSpace" presStyleCnt="0"/>
      <dgm:spPr/>
    </dgm:pt>
    <dgm:pt modelId="{042C1CB1-1A9D-4284-B3A5-73346A9CEA7B}" type="pres">
      <dgm:prSet presAssocID="{DBD11AE3-A1E7-4CE9-91DA-58330573E28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C27E903-D0A7-4E08-9888-C7C9F12157E5}" type="presOf" srcId="{B4EDEA11-2A66-47D2-A5A2-57E6BDCC78A3}" destId="{92CC71FE-185F-4A09-B1C4-92937E647BA8}" srcOrd="0" destOrd="0" presId="urn:microsoft.com/office/officeart/2005/8/layout/list1"/>
    <dgm:cxn modelId="{98FA6D10-8C7D-48A8-AEA9-15CCAD370AD4}" srcId="{B4EDEA11-2A66-47D2-A5A2-57E6BDCC78A3}" destId="{74F58789-B7C0-4B91-B9BF-C1CF1F067D84}" srcOrd="0" destOrd="0" parTransId="{8F2358A5-23D0-408F-9CF8-81736DFFBCAA}" sibTransId="{23950565-9DC8-460D-A1BB-2313F2AD6E19}"/>
    <dgm:cxn modelId="{2642FD11-016E-429D-A1CC-E9418AEEAA02}" type="presOf" srcId="{085AD8DC-EF64-4F4A-BEBA-69734B20C4F4}" destId="{B46484B0-7C37-4CA5-8E09-26D9EBC39968}" srcOrd="0" destOrd="1" presId="urn:microsoft.com/office/officeart/2005/8/layout/list1"/>
    <dgm:cxn modelId="{D2F3E521-9B88-4442-A71F-0EBF6C130661}" srcId="{13214C8E-1062-48DA-823E-CA5F3045D862}" destId="{B4EDEA11-2A66-47D2-A5A2-57E6BDCC78A3}" srcOrd="0" destOrd="0" parTransId="{6A9F2A74-0F25-4854-B4DD-BD9196B110A6}" sibTransId="{869FA25D-D105-4047-9620-FDD0BBA67003}"/>
    <dgm:cxn modelId="{F7C3585B-B977-4A79-8E95-12A20645DA5F}" type="presOf" srcId="{DBD11AE3-A1E7-4CE9-91DA-58330573E28B}" destId="{7A5887F6-164D-4210-BE41-C7DA636DFF67}" srcOrd="0" destOrd="0" presId="urn:microsoft.com/office/officeart/2005/8/layout/list1"/>
    <dgm:cxn modelId="{1AF10C41-CEBD-483F-B1C0-F6907349A11E}" srcId="{B4EDEA11-2A66-47D2-A5A2-57E6BDCC78A3}" destId="{C2CA7ED8-07AF-491E-B557-94D8F61A8CAC}" srcOrd="2" destOrd="0" parTransId="{D4466565-383E-4B8D-B4FE-DD66DC45A418}" sibTransId="{F3FAFBBE-3A03-4086-ACE1-B8BD79BBA86E}"/>
    <dgm:cxn modelId="{B5E37261-81CC-434F-9701-00EEE3AADC97}" type="presOf" srcId="{8A8B53AE-32E8-419C-A2E2-E35A32495FD8}" destId="{042C1CB1-1A9D-4284-B3A5-73346A9CEA7B}" srcOrd="0" destOrd="0" presId="urn:microsoft.com/office/officeart/2005/8/layout/list1"/>
    <dgm:cxn modelId="{283DE345-6526-43DC-B6C1-60C9D8373BD0}" type="presOf" srcId="{DBD11AE3-A1E7-4CE9-91DA-58330573E28B}" destId="{A36D399C-8019-4C76-92F4-51DDA15D001C}" srcOrd="1" destOrd="0" presId="urn:microsoft.com/office/officeart/2005/8/layout/list1"/>
    <dgm:cxn modelId="{72A52270-E8BA-4482-8F1A-FA064F19EBFC}" type="presOf" srcId="{B4EDEA11-2A66-47D2-A5A2-57E6BDCC78A3}" destId="{8EE8B120-835F-463A-A605-6DE9A68F0461}" srcOrd="1" destOrd="0" presId="urn:microsoft.com/office/officeart/2005/8/layout/list1"/>
    <dgm:cxn modelId="{A0C24B9A-9841-49A9-9932-7593CA4ADA0B}" type="presOf" srcId="{74F58789-B7C0-4B91-B9BF-C1CF1F067D84}" destId="{B46484B0-7C37-4CA5-8E09-26D9EBC39968}" srcOrd="0" destOrd="0" presId="urn:microsoft.com/office/officeart/2005/8/layout/list1"/>
    <dgm:cxn modelId="{AF85769D-8441-40B0-AF6F-1A0365C6B8BE}" type="presOf" srcId="{22DFD1AD-56BC-4619-B4ED-3DCD3CDFF407}" destId="{042C1CB1-1A9D-4284-B3A5-73346A9CEA7B}" srcOrd="0" destOrd="1" presId="urn:microsoft.com/office/officeart/2005/8/layout/list1"/>
    <dgm:cxn modelId="{7F8332A7-DEBD-44C0-89CB-786357E2B2D2}" type="presOf" srcId="{C2CA7ED8-07AF-491E-B557-94D8F61A8CAC}" destId="{B46484B0-7C37-4CA5-8E09-26D9EBC39968}" srcOrd="0" destOrd="2" presId="urn:microsoft.com/office/officeart/2005/8/layout/list1"/>
    <dgm:cxn modelId="{B90146AD-BE1E-454B-BD54-FFFD042D2F5F}" srcId="{B4EDEA11-2A66-47D2-A5A2-57E6BDCC78A3}" destId="{085AD8DC-EF64-4F4A-BEBA-69734B20C4F4}" srcOrd="1" destOrd="0" parTransId="{3ABE44EA-4856-48D8-A810-DAD7E366D1F4}" sibTransId="{23906083-B131-4666-B1F2-5F20CA96B3E4}"/>
    <dgm:cxn modelId="{4942A1C7-6342-4E2B-A825-6AB8B0ADABC2}" srcId="{13214C8E-1062-48DA-823E-CA5F3045D862}" destId="{DBD11AE3-A1E7-4CE9-91DA-58330573E28B}" srcOrd="1" destOrd="0" parTransId="{0F699E04-6A49-4B8B-ABBC-6DEEA54C1378}" sibTransId="{0AF68AAB-F225-40FA-AA37-3E876D0743B9}"/>
    <dgm:cxn modelId="{1859D5CA-8FEA-4CE4-817F-81814D659E83}" type="presOf" srcId="{13214C8E-1062-48DA-823E-CA5F3045D862}" destId="{E2BFDD2C-5ECE-48C7-A73E-7B1B63153BEC}" srcOrd="0" destOrd="0" presId="urn:microsoft.com/office/officeart/2005/8/layout/list1"/>
    <dgm:cxn modelId="{A69AF6DA-5E9A-4B3B-8B33-06839CBB1B2C}" srcId="{DBD11AE3-A1E7-4CE9-91DA-58330573E28B}" destId="{8A8B53AE-32E8-419C-A2E2-E35A32495FD8}" srcOrd="0" destOrd="0" parTransId="{E13332AF-CD17-4E0D-A537-74B4A5068984}" sibTransId="{61BCE4A5-B436-43FC-9A90-7C6ABCAB2A26}"/>
    <dgm:cxn modelId="{CEFE6DF4-6BB4-452D-A00C-5F797A7426AC}" srcId="{DBD11AE3-A1E7-4CE9-91DA-58330573E28B}" destId="{22DFD1AD-56BC-4619-B4ED-3DCD3CDFF407}" srcOrd="1" destOrd="0" parTransId="{FA434B5A-D635-4398-BAC8-D7AA8B9CCE62}" sibTransId="{429EDEDD-26EF-479F-B7F6-D3E81876FF47}"/>
    <dgm:cxn modelId="{DE41CAE2-3200-4571-9C4F-F1E3128ABE01}" type="presParOf" srcId="{E2BFDD2C-5ECE-48C7-A73E-7B1B63153BEC}" destId="{285B5E16-E496-413D-ACC4-2D1EF1AC5D3D}" srcOrd="0" destOrd="0" presId="urn:microsoft.com/office/officeart/2005/8/layout/list1"/>
    <dgm:cxn modelId="{25A6DCC3-BC33-4795-AC90-B88A4B127F80}" type="presParOf" srcId="{285B5E16-E496-413D-ACC4-2D1EF1AC5D3D}" destId="{92CC71FE-185F-4A09-B1C4-92937E647BA8}" srcOrd="0" destOrd="0" presId="urn:microsoft.com/office/officeart/2005/8/layout/list1"/>
    <dgm:cxn modelId="{AAC542CF-0447-4F7C-8A09-6BDD7402415F}" type="presParOf" srcId="{285B5E16-E496-413D-ACC4-2D1EF1AC5D3D}" destId="{8EE8B120-835F-463A-A605-6DE9A68F0461}" srcOrd="1" destOrd="0" presId="urn:microsoft.com/office/officeart/2005/8/layout/list1"/>
    <dgm:cxn modelId="{DDA8D26A-B6BE-4E82-B08E-4FD4EFE5C127}" type="presParOf" srcId="{E2BFDD2C-5ECE-48C7-A73E-7B1B63153BEC}" destId="{A56286EE-7D79-4D4B-91B0-A733A6503234}" srcOrd="1" destOrd="0" presId="urn:microsoft.com/office/officeart/2005/8/layout/list1"/>
    <dgm:cxn modelId="{FF8238CE-F2FC-41E2-8783-05E1C9BC5E6C}" type="presParOf" srcId="{E2BFDD2C-5ECE-48C7-A73E-7B1B63153BEC}" destId="{B46484B0-7C37-4CA5-8E09-26D9EBC39968}" srcOrd="2" destOrd="0" presId="urn:microsoft.com/office/officeart/2005/8/layout/list1"/>
    <dgm:cxn modelId="{4E238D82-8019-437A-A1EF-4B5C91B0D82D}" type="presParOf" srcId="{E2BFDD2C-5ECE-48C7-A73E-7B1B63153BEC}" destId="{7BEF0A8B-0213-4D01-ABE2-7F0E0FDAE867}" srcOrd="3" destOrd="0" presId="urn:microsoft.com/office/officeart/2005/8/layout/list1"/>
    <dgm:cxn modelId="{4FA0CE4A-0458-41E7-BE1B-0CAA3BF1F859}" type="presParOf" srcId="{E2BFDD2C-5ECE-48C7-A73E-7B1B63153BEC}" destId="{0092E5BB-E6B0-4082-8389-1C4EAC75AE8A}" srcOrd="4" destOrd="0" presId="urn:microsoft.com/office/officeart/2005/8/layout/list1"/>
    <dgm:cxn modelId="{56215F85-B349-48A2-B4BE-D82E7C2C7310}" type="presParOf" srcId="{0092E5BB-E6B0-4082-8389-1C4EAC75AE8A}" destId="{7A5887F6-164D-4210-BE41-C7DA636DFF67}" srcOrd="0" destOrd="0" presId="urn:microsoft.com/office/officeart/2005/8/layout/list1"/>
    <dgm:cxn modelId="{017A6A09-79B8-4662-AC87-F49D314FDA57}" type="presParOf" srcId="{0092E5BB-E6B0-4082-8389-1C4EAC75AE8A}" destId="{A36D399C-8019-4C76-92F4-51DDA15D001C}" srcOrd="1" destOrd="0" presId="urn:microsoft.com/office/officeart/2005/8/layout/list1"/>
    <dgm:cxn modelId="{AEE0B424-EC4A-457F-910E-F127CC0A8B91}" type="presParOf" srcId="{E2BFDD2C-5ECE-48C7-A73E-7B1B63153BEC}" destId="{818EBA81-AE6E-4DC7-8EB0-C04EAE345B8B}" srcOrd="5" destOrd="0" presId="urn:microsoft.com/office/officeart/2005/8/layout/list1"/>
    <dgm:cxn modelId="{00E4A38A-4016-4DB9-A5D7-E78686D1DF15}" type="presParOf" srcId="{E2BFDD2C-5ECE-48C7-A73E-7B1B63153BEC}" destId="{042C1CB1-1A9D-4284-B3A5-73346A9CEA7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3B2DB2-98F7-4865-AD4D-93A3BFD779D2}" type="doc">
      <dgm:prSet loTypeId="urn:microsoft.com/office/officeart/2005/8/layout/vList2" loCatId="list" qsTypeId="urn:microsoft.com/office/officeart/2005/8/quickstyle/simple1" qsCatId="simple" csTypeId="urn:microsoft.com/office/officeart/2005/8/colors/accent2_1" csCatId="accent2"/>
      <dgm:spPr/>
      <dgm:t>
        <a:bodyPr/>
        <a:lstStyle/>
        <a:p>
          <a:endParaRPr lang="en-US"/>
        </a:p>
      </dgm:t>
    </dgm:pt>
    <dgm:pt modelId="{F8DFE34F-EFBD-4E95-8C2D-E10CC19F362E}">
      <dgm:prSet/>
      <dgm:spPr/>
      <dgm:t>
        <a:bodyPr/>
        <a:lstStyle/>
        <a:p>
          <a:pPr rtl="1"/>
          <a:r>
            <a:rPr lang="ar-SA" b="1"/>
            <a:t>الشجرة الثنائية للبحث:</a:t>
          </a:r>
          <a:r>
            <a:rPr lang="ar-SA"/>
            <a:t> هيكل بيانات فعال للبحث والإدراج والحذف.</a:t>
          </a:r>
          <a:endParaRPr lang="en-US"/>
        </a:p>
      </dgm:t>
    </dgm:pt>
    <dgm:pt modelId="{FA2DFFBC-9A2E-4C9A-8106-6BC90CCB1921}" type="parTrans" cxnId="{FAE23C1B-D566-4D23-9DC4-DC74A7D7D093}">
      <dgm:prSet/>
      <dgm:spPr/>
      <dgm:t>
        <a:bodyPr/>
        <a:lstStyle/>
        <a:p>
          <a:endParaRPr lang="en-US"/>
        </a:p>
      </dgm:t>
    </dgm:pt>
    <dgm:pt modelId="{F77F6A1D-D627-4D9B-9F31-E4C0DD678729}" type="sibTrans" cxnId="{FAE23C1B-D566-4D23-9DC4-DC74A7D7D093}">
      <dgm:prSet/>
      <dgm:spPr/>
      <dgm:t>
        <a:bodyPr/>
        <a:lstStyle/>
        <a:p>
          <a:endParaRPr lang="en-US"/>
        </a:p>
      </dgm:t>
    </dgm:pt>
    <dgm:pt modelId="{D57F2EC5-B28C-4F4C-A4C6-65F80FBB3121}">
      <dgm:prSet/>
      <dgm:spPr/>
      <dgm:t>
        <a:bodyPr/>
        <a:lstStyle/>
        <a:p>
          <a:pPr rtl="1"/>
          <a:r>
            <a:rPr lang="ar-SA" b="1"/>
            <a:t>العمليات الأساسية:</a:t>
          </a:r>
          <a:r>
            <a:rPr lang="ar-SA"/>
            <a:t> الإدراج، البحث، الحذف.</a:t>
          </a:r>
          <a:endParaRPr lang="en-US"/>
        </a:p>
      </dgm:t>
    </dgm:pt>
    <dgm:pt modelId="{D08FB5B3-A05D-421A-8F62-E2F4975BF4E2}" type="parTrans" cxnId="{3C1D4104-D7A6-409E-988D-26A66259C596}">
      <dgm:prSet/>
      <dgm:spPr/>
      <dgm:t>
        <a:bodyPr/>
        <a:lstStyle/>
        <a:p>
          <a:endParaRPr lang="en-US"/>
        </a:p>
      </dgm:t>
    </dgm:pt>
    <dgm:pt modelId="{2DBC805A-3ABC-4866-A47C-C2E8BCA6FC52}" type="sibTrans" cxnId="{3C1D4104-D7A6-409E-988D-26A66259C596}">
      <dgm:prSet/>
      <dgm:spPr/>
      <dgm:t>
        <a:bodyPr/>
        <a:lstStyle/>
        <a:p>
          <a:endParaRPr lang="en-US"/>
        </a:p>
      </dgm:t>
    </dgm:pt>
    <dgm:pt modelId="{4F487362-C17F-4A6B-B8FF-726D74B76012}">
      <dgm:prSet/>
      <dgm:spPr/>
      <dgm:t>
        <a:bodyPr/>
        <a:lstStyle/>
        <a:p>
          <a:pPr rtl="1"/>
          <a:r>
            <a:rPr lang="ar-SA" b="1" dirty="0"/>
            <a:t>أهمية الشجرة الثنائية للبحث:</a:t>
          </a:r>
          <a:r>
            <a:rPr lang="ar-SA" dirty="0"/>
            <a:t> تحسين كفاءة عمليات البيانات في التطبيقات البرمجية المختلفة.</a:t>
          </a:r>
          <a:endParaRPr lang="en-US" dirty="0"/>
        </a:p>
      </dgm:t>
    </dgm:pt>
    <dgm:pt modelId="{A96D9560-259D-49AD-A82D-44289416E147}" type="parTrans" cxnId="{B89CC3D7-A6F2-4946-AFA3-E78C3D602B06}">
      <dgm:prSet/>
      <dgm:spPr/>
      <dgm:t>
        <a:bodyPr/>
        <a:lstStyle/>
        <a:p>
          <a:endParaRPr lang="en-US"/>
        </a:p>
      </dgm:t>
    </dgm:pt>
    <dgm:pt modelId="{39189395-FD99-48F7-A67D-9A53D4F9A6C7}" type="sibTrans" cxnId="{B89CC3D7-A6F2-4946-AFA3-E78C3D602B06}">
      <dgm:prSet/>
      <dgm:spPr/>
      <dgm:t>
        <a:bodyPr/>
        <a:lstStyle/>
        <a:p>
          <a:endParaRPr lang="en-US"/>
        </a:p>
      </dgm:t>
    </dgm:pt>
    <dgm:pt modelId="{9D1BAA70-9F2A-481E-8337-9BD5615026FD}" type="pres">
      <dgm:prSet presAssocID="{763B2DB2-98F7-4865-AD4D-93A3BFD779D2}" presName="linear" presStyleCnt="0">
        <dgm:presLayoutVars>
          <dgm:animLvl val="lvl"/>
          <dgm:resizeHandles val="exact"/>
        </dgm:presLayoutVars>
      </dgm:prSet>
      <dgm:spPr/>
    </dgm:pt>
    <dgm:pt modelId="{F79FD6D1-31F6-4678-AC52-85260B231EBE}" type="pres">
      <dgm:prSet presAssocID="{F8DFE34F-EFBD-4E95-8C2D-E10CC19F362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469E762-B81C-48D3-96D4-ACE3BEAAABAC}" type="pres">
      <dgm:prSet presAssocID="{F77F6A1D-D627-4D9B-9F31-E4C0DD678729}" presName="spacer" presStyleCnt="0"/>
      <dgm:spPr/>
    </dgm:pt>
    <dgm:pt modelId="{AB782473-664A-4C8A-A442-9A11F395131C}" type="pres">
      <dgm:prSet presAssocID="{D57F2EC5-B28C-4F4C-A4C6-65F80FBB312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243902D-469C-4619-BEEF-EBB8BCEDBCE1}" type="pres">
      <dgm:prSet presAssocID="{2DBC805A-3ABC-4866-A47C-C2E8BCA6FC52}" presName="spacer" presStyleCnt="0"/>
      <dgm:spPr/>
    </dgm:pt>
    <dgm:pt modelId="{E39593C5-B5A0-49DD-9A90-D9F21A65146B}" type="pres">
      <dgm:prSet presAssocID="{4F487362-C17F-4A6B-B8FF-726D74B7601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C1D4104-D7A6-409E-988D-26A66259C596}" srcId="{763B2DB2-98F7-4865-AD4D-93A3BFD779D2}" destId="{D57F2EC5-B28C-4F4C-A4C6-65F80FBB3121}" srcOrd="1" destOrd="0" parTransId="{D08FB5B3-A05D-421A-8F62-E2F4975BF4E2}" sibTransId="{2DBC805A-3ABC-4866-A47C-C2E8BCA6FC52}"/>
    <dgm:cxn modelId="{E9438114-18DF-43E0-988D-645F1EFA3287}" type="presOf" srcId="{763B2DB2-98F7-4865-AD4D-93A3BFD779D2}" destId="{9D1BAA70-9F2A-481E-8337-9BD5615026FD}" srcOrd="0" destOrd="0" presId="urn:microsoft.com/office/officeart/2005/8/layout/vList2"/>
    <dgm:cxn modelId="{FAE23C1B-D566-4D23-9DC4-DC74A7D7D093}" srcId="{763B2DB2-98F7-4865-AD4D-93A3BFD779D2}" destId="{F8DFE34F-EFBD-4E95-8C2D-E10CC19F362E}" srcOrd="0" destOrd="0" parTransId="{FA2DFFBC-9A2E-4C9A-8106-6BC90CCB1921}" sibTransId="{F77F6A1D-D627-4D9B-9F31-E4C0DD678729}"/>
    <dgm:cxn modelId="{D80EE05F-E419-43E8-9A32-FF106FC9CB22}" type="presOf" srcId="{F8DFE34F-EFBD-4E95-8C2D-E10CC19F362E}" destId="{F79FD6D1-31F6-4678-AC52-85260B231EBE}" srcOrd="0" destOrd="0" presId="urn:microsoft.com/office/officeart/2005/8/layout/vList2"/>
    <dgm:cxn modelId="{72844A93-3B31-4786-AE66-A4DAA7877959}" type="presOf" srcId="{4F487362-C17F-4A6B-B8FF-726D74B76012}" destId="{E39593C5-B5A0-49DD-9A90-D9F21A65146B}" srcOrd="0" destOrd="0" presId="urn:microsoft.com/office/officeart/2005/8/layout/vList2"/>
    <dgm:cxn modelId="{B89CC3D7-A6F2-4946-AFA3-E78C3D602B06}" srcId="{763B2DB2-98F7-4865-AD4D-93A3BFD779D2}" destId="{4F487362-C17F-4A6B-B8FF-726D74B76012}" srcOrd="2" destOrd="0" parTransId="{A96D9560-259D-49AD-A82D-44289416E147}" sibTransId="{39189395-FD99-48F7-A67D-9A53D4F9A6C7}"/>
    <dgm:cxn modelId="{B9E983E3-8C86-45D1-B437-444A768CE533}" type="presOf" srcId="{D57F2EC5-B28C-4F4C-A4C6-65F80FBB3121}" destId="{AB782473-664A-4C8A-A442-9A11F395131C}" srcOrd="0" destOrd="0" presId="urn:microsoft.com/office/officeart/2005/8/layout/vList2"/>
    <dgm:cxn modelId="{758C626E-34FD-42C8-B532-55C368EBDEFD}" type="presParOf" srcId="{9D1BAA70-9F2A-481E-8337-9BD5615026FD}" destId="{F79FD6D1-31F6-4678-AC52-85260B231EBE}" srcOrd="0" destOrd="0" presId="urn:microsoft.com/office/officeart/2005/8/layout/vList2"/>
    <dgm:cxn modelId="{D79B4127-EA60-49A4-9068-748654FA6F75}" type="presParOf" srcId="{9D1BAA70-9F2A-481E-8337-9BD5615026FD}" destId="{1469E762-B81C-48D3-96D4-ACE3BEAAABAC}" srcOrd="1" destOrd="0" presId="urn:microsoft.com/office/officeart/2005/8/layout/vList2"/>
    <dgm:cxn modelId="{50E4D38E-ACEB-429F-BD4E-655B26D8DB43}" type="presParOf" srcId="{9D1BAA70-9F2A-481E-8337-9BD5615026FD}" destId="{AB782473-664A-4C8A-A442-9A11F395131C}" srcOrd="2" destOrd="0" presId="urn:microsoft.com/office/officeart/2005/8/layout/vList2"/>
    <dgm:cxn modelId="{B2457B21-A2F0-4411-8D48-F01566A20D93}" type="presParOf" srcId="{9D1BAA70-9F2A-481E-8337-9BD5615026FD}" destId="{C243902D-469C-4619-BEEF-EBB8BCEDBCE1}" srcOrd="3" destOrd="0" presId="urn:microsoft.com/office/officeart/2005/8/layout/vList2"/>
    <dgm:cxn modelId="{7F6B7A35-F97A-4306-A5D0-C52E7F460D27}" type="presParOf" srcId="{9D1BAA70-9F2A-481E-8337-9BD5615026FD}" destId="{E39593C5-B5A0-49DD-9A90-D9F21A65146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C8B5AA-66FC-4DF8-8DAB-F46EFA530B18}">
      <dsp:nvSpPr>
        <dsp:cNvPr id="0" name=""/>
        <dsp:cNvSpPr/>
      </dsp:nvSpPr>
      <dsp:spPr>
        <a:xfrm>
          <a:off x="0" y="0"/>
          <a:ext cx="484001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EB6BDF6-44D4-4B19-83D3-8812A2C3BAB0}">
      <dsp:nvSpPr>
        <dsp:cNvPr id="0" name=""/>
        <dsp:cNvSpPr/>
      </dsp:nvSpPr>
      <dsp:spPr>
        <a:xfrm>
          <a:off x="0" y="0"/>
          <a:ext cx="4840010" cy="919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600" kern="1200"/>
            <a:t>كل عقدة تحتوي على قيمة مفتاح فريدة.</a:t>
          </a:r>
          <a:endParaRPr lang="en-US" sz="2600" kern="1200"/>
        </a:p>
      </dsp:txBody>
      <dsp:txXfrm>
        <a:off x="0" y="0"/>
        <a:ext cx="4840010" cy="919926"/>
      </dsp:txXfrm>
    </dsp:sp>
    <dsp:sp modelId="{96262ECB-88C4-4B8F-820F-F3BAAD3BE0DB}">
      <dsp:nvSpPr>
        <dsp:cNvPr id="0" name=""/>
        <dsp:cNvSpPr/>
      </dsp:nvSpPr>
      <dsp:spPr>
        <a:xfrm>
          <a:off x="0" y="919926"/>
          <a:ext cx="4840010" cy="0"/>
        </a:xfrm>
        <a:prstGeom prst="line">
          <a:avLst/>
        </a:prstGeom>
        <a:gradFill rotWithShape="0">
          <a:gsLst>
            <a:gs pos="0">
              <a:schemeClr val="accent5">
                <a:hueOff val="-647068"/>
                <a:satOff val="0"/>
                <a:lumOff val="12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47068"/>
                <a:satOff val="0"/>
                <a:lumOff val="12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47068"/>
                <a:satOff val="0"/>
                <a:lumOff val="12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647068"/>
              <a:satOff val="0"/>
              <a:lumOff val="124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07D1D84-C912-47B8-92A6-7EE1F3583D64}">
      <dsp:nvSpPr>
        <dsp:cNvPr id="0" name=""/>
        <dsp:cNvSpPr/>
      </dsp:nvSpPr>
      <dsp:spPr>
        <a:xfrm>
          <a:off x="0" y="919926"/>
          <a:ext cx="4840010" cy="919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600" kern="1200"/>
            <a:t>العقدة اليسرى تحتوي على قيمة مفتاح أقل من قيمة مفتاح العقدة الحالية.</a:t>
          </a:r>
          <a:endParaRPr lang="en-US" sz="2600" kern="1200"/>
        </a:p>
      </dsp:txBody>
      <dsp:txXfrm>
        <a:off x="0" y="919926"/>
        <a:ext cx="4840010" cy="919926"/>
      </dsp:txXfrm>
    </dsp:sp>
    <dsp:sp modelId="{381BC170-D6F2-43B8-B96D-6F475C310A01}">
      <dsp:nvSpPr>
        <dsp:cNvPr id="0" name=""/>
        <dsp:cNvSpPr/>
      </dsp:nvSpPr>
      <dsp:spPr>
        <a:xfrm>
          <a:off x="0" y="1839852"/>
          <a:ext cx="4840010" cy="0"/>
        </a:xfrm>
        <a:prstGeom prst="line">
          <a:avLst/>
        </a:prstGeom>
        <a:gradFill rotWithShape="0">
          <a:gsLst>
            <a:gs pos="0">
              <a:schemeClr val="accent5">
                <a:hueOff val="-1294137"/>
                <a:satOff val="0"/>
                <a:lumOff val="24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94137"/>
                <a:satOff val="0"/>
                <a:lumOff val="24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94137"/>
                <a:satOff val="0"/>
                <a:lumOff val="24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294137"/>
              <a:satOff val="0"/>
              <a:lumOff val="24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6D3C20B-455C-46F0-A820-C6F366373221}">
      <dsp:nvSpPr>
        <dsp:cNvPr id="0" name=""/>
        <dsp:cNvSpPr/>
      </dsp:nvSpPr>
      <dsp:spPr>
        <a:xfrm>
          <a:off x="0" y="1839852"/>
          <a:ext cx="4840010" cy="919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600" kern="1200"/>
            <a:t>العقدة اليمنى تحتوي على قيمة مفتاح أكبر من أو تساوي قيمة مفتاح العقدة الحالية.</a:t>
          </a:r>
          <a:endParaRPr lang="en-US" sz="2600" kern="1200"/>
        </a:p>
      </dsp:txBody>
      <dsp:txXfrm>
        <a:off x="0" y="1839852"/>
        <a:ext cx="4840010" cy="919926"/>
      </dsp:txXfrm>
    </dsp:sp>
    <dsp:sp modelId="{3A0E6B2E-7198-4802-B54E-3148BB600504}">
      <dsp:nvSpPr>
        <dsp:cNvPr id="0" name=""/>
        <dsp:cNvSpPr/>
      </dsp:nvSpPr>
      <dsp:spPr>
        <a:xfrm>
          <a:off x="0" y="2759778"/>
          <a:ext cx="4840010" cy="0"/>
        </a:xfrm>
        <a:prstGeom prst="line">
          <a:avLst/>
        </a:prstGeom>
        <a:gradFill rotWithShape="0">
          <a:gsLst>
            <a:gs pos="0">
              <a:schemeClr val="accent5">
                <a:hueOff val="-1941205"/>
                <a:satOff val="0"/>
                <a:lumOff val="37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941205"/>
                <a:satOff val="0"/>
                <a:lumOff val="37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941205"/>
                <a:satOff val="0"/>
                <a:lumOff val="37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941205"/>
              <a:satOff val="0"/>
              <a:lumOff val="372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5B85C8-B1B5-4D74-9AD7-3A163678AE5F}">
      <dsp:nvSpPr>
        <dsp:cNvPr id="0" name=""/>
        <dsp:cNvSpPr/>
      </dsp:nvSpPr>
      <dsp:spPr>
        <a:xfrm>
          <a:off x="0" y="2759778"/>
          <a:ext cx="4840010" cy="919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600" kern="1200"/>
            <a:t>لا توجد عقد مكررة في الشجرة.</a:t>
          </a:r>
          <a:endParaRPr lang="en-US" sz="2600" kern="1200"/>
        </a:p>
      </dsp:txBody>
      <dsp:txXfrm>
        <a:off x="0" y="2759778"/>
        <a:ext cx="4840010" cy="9199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71DED-1454-4203-910C-25451EF2137C}">
      <dsp:nvSpPr>
        <dsp:cNvPr id="0" name=""/>
        <dsp:cNvSpPr/>
      </dsp:nvSpPr>
      <dsp:spPr>
        <a:xfrm>
          <a:off x="0" y="738881"/>
          <a:ext cx="6651253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211" tIns="312420" rIns="516211" bIns="106680" numCol="1" spcCol="1270" anchor="t" anchorCtr="0">
          <a:noAutofit/>
        </a:bodyPr>
        <a:lstStyle/>
        <a:p>
          <a:pPr marL="114300" lvl="1" indent="-114300" algn="r" defTabSz="6667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1500" kern="1200" dirty="0"/>
            <a:t>قواعد البيانات: تستخدم الشجرة الثنائية للبحث في فهارس البيانات لتسريع عمليات البحث.</a:t>
          </a:r>
          <a:endParaRPr lang="en-US" sz="1500" kern="1200" dirty="0"/>
        </a:p>
        <a:p>
          <a:pPr marL="114300" lvl="1" indent="-114300" algn="r" defTabSz="6667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1500" kern="1200" dirty="0"/>
            <a:t>أنظمة الملفات: تستخدم لتنظيم الملفات والمجلدات بترتيب يمكن البحث فيه بكفاءة.</a:t>
          </a:r>
          <a:endParaRPr lang="en-US" sz="1500" kern="1200" dirty="0"/>
        </a:p>
        <a:p>
          <a:pPr marL="114300" lvl="1" indent="-114300" algn="r" defTabSz="6667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1500" kern="1200"/>
            <a:t>محركات البحث: تستخدم لتنظيم وتخزين بيانات البحث بحيث يمكن استرجاعها بسرعة.</a:t>
          </a:r>
          <a:endParaRPr lang="en-US" sz="1500" kern="1200"/>
        </a:p>
      </dsp:txBody>
      <dsp:txXfrm>
        <a:off x="0" y="738881"/>
        <a:ext cx="6651253" cy="1134000"/>
      </dsp:txXfrm>
    </dsp:sp>
    <dsp:sp modelId="{C778A19C-A518-47D3-9D7F-51F6DCF6925C}">
      <dsp:nvSpPr>
        <dsp:cNvPr id="0" name=""/>
        <dsp:cNvSpPr/>
      </dsp:nvSpPr>
      <dsp:spPr>
        <a:xfrm>
          <a:off x="332562" y="517481"/>
          <a:ext cx="4655877" cy="4428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1" tIns="0" rIns="175981" bIns="0" numCol="1" spcCol="1270" anchor="ctr" anchorCtr="0">
          <a:noAutofit/>
        </a:bodyPr>
        <a:lstStyle/>
        <a:p>
          <a:pPr marL="0" lvl="0" indent="0" algn="r" defTabSz="666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500" b="1" kern="1200"/>
            <a:t>أمثلة على الاستخدامات:</a:t>
          </a:r>
          <a:endParaRPr lang="en-US" sz="1500" kern="1200"/>
        </a:p>
      </dsp:txBody>
      <dsp:txXfrm>
        <a:off x="354178" y="539097"/>
        <a:ext cx="4612645" cy="399568"/>
      </dsp:txXfrm>
    </dsp:sp>
    <dsp:sp modelId="{302BEAF9-3978-4FCD-B8FA-1C1FDAD24253}">
      <dsp:nvSpPr>
        <dsp:cNvPr id="0" name=""/>
        <dsp:cNvSpPr/>
      </dsp:nvSpPr>
      <dsp:spPr>
        <a:xfrm>
          <a:off x="0" y="2175282"/>
          <a:ext cx="6651253" cy="264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31394"/>
              <a:satOff val="-34544"/>
              <a:lumOff val="-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6211" tIns="312420" rIns="516211" bIns="106680" numCol="1" spcCol="1270" anchor="t" anchorCtr="0">
          <a:noAutofit/>
        </a:bodyPr>
        <a:lstStyle/>
        <a:p>
          <a:pPr marL="114300" lvl="1" indent="-114300" algn="r" defTabSz="6667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1500" b="1" kern="1200"/>
            <a:t>قواعد البيانات:</a:t>
          </a:r>
          <a:endParaRPr lang="en-US" sz="1500" kern="1200"/>
        </a:p>
        <a:p>
          <a:pPr marL="228600" lvl="2" indent="-114300" algn="r" defTabSz="6667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1500" kern="1200"/>
            <a:t>تستخدم الشجرة الثنائية للبحث لتنظيم البيانات بترتيب يمكن البحث فيه بكفاءة. فهرسة البيانات يتم عبر استخدام الشجرة الثنائية للبحث لتسريع عملية البحث عن سجلات معينة.</a:t>
          </a:r>
          <a:endParaRPr lang="en-US" sz="1500" kern="1200"/>
        </a:p>
        <a:p>
          <a:pPr marL="114300" lvl="1" indent="-114300" algn="r" defTabSz="6667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1500" b="1" kern="1200"/>
            <a:t>أنظمة الملفات:</a:t>
          </a:r>
          <a:endParaRPr lang="en-US" sz="1500" kern="1200"/>
        </a:p>
        <a:p>
          <a:pPr marL="228600" lvl="2" indent="-114300" algn="r" defTabSz="6667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1500" kern="1200"/>
            <a:t>تنظيم الملفات والمجلدات بترتيب هرمي يمكن البحث فيه بسرعة وكفاءة. على سبيل المثال، في أنظمة الملفات التي تستخدم هيكل بيانات </a:t>
          </a:r>
          <a:r>
            <a:rPr lang="en-CA" sz="1500" kern="1200"/>
            <a:t>B-tree </a:t>
          </a:r>
          <a:r>
            <a:rPr lang="ar-SA" sz="1500" kern="1200"/>
            <a:t>أو الشجرة الثنائية للبحث.</a:t>
          </a:r>
          <a:endParaRPr lang="en-US" sz="1500" kern="1200"/>
        </a:p>
        <a:p>
          <a:pPr marL="114300" lvl="1" indent="-114300" algn="r" defTabSz="6667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1500" b="1" kern="1200"/>
            <a:t>محركات البحث:</a:t>
          </a:r>
          <a:endParaRPr lang="en-US" sz="1500" kern="1200"/>
        </a:p>
        <a:p>
          <a:pPr marL="228600" lvl="2" indent="-114300" algn="r" defTabSz="6667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1500" kern="1200" dirty="0"/>
            <a:t>تنظيم وتخزين بيانات البحث بترتيب يمكن استرجاعها بسرعة. على سبيل المثال، محركات البحث تستخدم شجرة البحث الثنائية لتنظيم الكلمات الرئيسية وصفحات الويب المرتبطة بها.</a:t>
          </a:r>
          <a:endParaRPr lang="en-US" sz="1500" kern="1200" dirty="0"/>
        </a:p>
      </dsp:txBody>
      <dsp:txXfrm>
        <a:off x="0" y="2175282"/>
        <a:ext cx="6651253" cy="2646000"/>
      </dsp:txXfrm>
    </dsp:sp>
    <dsp:sp modelId="{BDF3E0FD-57AB-48FE-BE25-AC919C33BAD5}">
      <dsp:nvSpPr>
        <dsp:cNvPr id="0" name=""/>
        <dsp:cNvSpPr/>
      </dsp:nvSpPr>
      <dsp:spPr>
        <a:xfrm>
          <a:off x="332562" y="1953882"/>
          <a:ext cx="4655877" cy="442800"/>
        </a:xfrm>
        <a:prstGeom prst="roundRect">
          <a:avLst/>
        </a:prstGeom>
        <a:solidFill>
          <a:schemeClr val="accent2">
            <a:hueOff val="-1431394"/>
            <a:satOff val="-34544"/>
            <a:lumOff val="-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981" tIns="0" rIns="175981" bIns="0" numCol="1" spcCol="1270" anchor="ctr" anchorCtr="0">
          <a:noAutofit/>
        </a:bodyPr>
        <a:lstStyle/>
        <a:p>
          <a:pPr marL="0" lvl="0" indent="0" algn="r" defTabSz="666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1500" b="1" kern="1200"/>
            <a:t>تطبيقات حقيقية:</a:t>
          </a:r>
          <a:endParaRPr lang="en-US" sz="1500" kern="1200"/>
        </a:p>
      </dsp:txBody>
      <dsp:txXfrm>
        <a:off x="354178" y="1975498"/>
        <a:ext cx="4612645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6484B0-7C37-4CA5-8E09-26D9EBC39968}">
      <dsp:nvSpPr>
        <dsp:cNvPr id="0" name=""/>
        <dsp:cNvSpPr/>
      </dsp:nvSpPr>
      <dsp:spPr>
        <a:xfrm>
          <a:off x="0" y="588841"/>
          <a:ext cx="5803231" cy="229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0395" tIns="541528" rIns="450395" bIns="184912" numCol="1" spcCol="1270" anchor="t" anchorCtr="0">
          <a:noAutofit/>
        </a:bodyPr>
        <a:lstStyle/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2600" kern="1200" dirty="0"/>
            <a:t>كفاءة عالية في عمليات البحث والإدراج والحذف.</a:t>
          </a:r>
          <a:endParaRPr lang="en-US" sz="2600" kern="1200" dirty="0"/>
        </a:p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2600" kern="1200"/>
            <a:t>الحفاظ على ترتيب البيانات.</a:t>
          </a:r>
          <a:endParaRPr lang="en-US" sz="2600" kern="1200"/>
        </a:p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2600" kern="1200" dirty="0"/>
            <a:t>سهولة التنفيذ والفهم.</a:t>
          </a:r>
          <a:endParaRPr lang="en-US" sz="2600" kern="1200" dirty="0"/>
        </a:p>
      </dsp:txBody>
      <dsp:txXfrm>
        <a:off x="0" y="588841"/>
        <a:ext cx="5803231" cy="2293200"/>
      </dsp:txXfrm>
    </dsp:sp>
    <dsp:sp modelId="{8EE8B120-835F-463A-A605-6DE9A68F0461}">
      <dsp:nvSpPr>
        <dsp:cNvPr id="0" name=""/>
        <dsp:cNvSpPr/>
      </dsp:nvSpPr>
      <dsp:spPr>
        <a:xfrm>
          <a:off x="290161" y="205081"/>
          <a:ext cx="4062261" cy="767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544" tIns="0" rIns="153544" bIns="0" numCol="1" spcCol="1270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600" b="1" kern="1200"/>
            <a:t>المزايا:</a:t>
          </a:r>
          <a:endParaRPr lang="en-US" sz="2600" kern="1200"/>
        </a:p>
      </dsp:txBody>
      <dsp:txXfrm>
        <a:off x="327628" y="242548"/>
        <a:ext cx="3987327" cy="692586"/>
      </dsp:txXfrm>
    </dsp:sp>
    <dsp:sp modelId="{042C1CB1-1A9D-4284-B3A5-73346A9CEA7B}">
      <dsp:nvSpPr>
        <dsp:cNvPr id="0" name=""/>
        <dsp:cNvSpPr/>
      </dsp:nvSpPr>
      <dsp:spPr>
        <a:xfrm>
          <a:off x="0" y="3406201"/>
          <a:ext cx="5803231" cy="188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941205"/>
              <a:satOff val="0"/>
              <a:lumOff val="372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0395" tIns="541528" rIns="450395" bIns="184912" numCol="1" spcCol="1270" anchor="t" anchorCtr="0">
          <a:noAutofit/>
        </a:bodyPr>
        <a:lstStyle/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2600" kern="1200" dirty="0"/>
            <a:t>قد تصبح غير متوازنة مما يقلل من كفاءتها.</a:t>
          </a:r>
          <a:endParaRPr lang="en-US" sz="2600" kern="1200" dirty="0"/>
        </a:p>
        <a:p>
          <a:pPr marL="228600" lvl="1" indent="-228600" algn="r" defTabSz="115570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SA" sz="2600" kern="1200" dirty="0"/>
            <a:t>استخدام الذاكرة الإضافية بسبب هيكل الشجرة.</a:t>
          </a:r>
          <a:endParaRPr lang="en-US" sz="2600" kern="1200" dirty="0"/>
        </a:p>
      </dsp:txBody>
      <dsp:txXfrm>
        <a:off x="0" y="3406201"/>
        <a:ext cx="5803231" cy="1883700"/>
      </dsp:txXfrm>
    </dsp:sp>
    <dsp:sp modelId="{A36D399C-8019-4C76-92F4-51DDA15D001C}">
      <dsp:nvSpPr>
        <dsp:cNvPr id="0" name=""/>
        <dsp:cNvSpPr/>
      </dsp:nvSpPr>
      <dsp:spPr>
        <a:xfrm>
          <a:off x="290161" y="3022441"/>
          <a:ext cx="4062261" cy="767520"/>
        </a:xfrm>
        <a:prstGeom prst="roundRect">
          <a:avLst/>
        </a:prstGeom>
        <a:solidFill>
          <a:schemeClr val="accent5">
            <a:hueOff val="-1941205"/>
            <a:satOff val="0"/>
            <a:lumOff val="37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544" tIns="0" rIns="153544" bIns="0" numCol="1" spcCol="1270" anchor="ctr" anchorCtr="0">
          <a:noAutofit/>
        </a:bodyPr>
        <a:lstStyle/>
        <a:p>
          <a:pPr marL="0" lvl="0" indent="0" algn="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2600" b="1" kern="1200"/>
            <a:t>العيوب:</a:t>
          </a:r>
          <a:endParaRPr lang="en-US" sz="2600" kern="1200"/>
        </a:p>
      </dsp:txBody>
      <dsp:txXfrm>
        <a:off x="327628" y="3059908"/>
        <a:ext cx="3987327" cy="6925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9FD6D1-31F6-4678-AC52-85260B231EBE}">
      <dsp:nvSpPr>
        <dsp:cNvPr id="0" name=""/>
        <dsp:cNvSpPr/>
      </dsp:nvSpPr>
      <dsp:spPr>
        <a:xfrm>
          <a:off x="0" y="56085"/>
          <a:ext cx="10515600" cy="12861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r" defTabSz="1466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300" b="1" kern="1200"/>
            <a:t>الشجرة الثنائية للبحث:</a:t>
          </a:r>
          <a:r>
            <a:rPr lang="ar-SA" sz="3300" kern="1200"/>
            <a:t> هيكل بيانات فعال للبحث والإدراج والحذف.</a:t>
          </a:r>
          <a:endParaRPr lang="en-US" sz="3300" kern="1200"/>
        </a:p>
      </dsp:txBody>
      <dsp:txXfrm>
        <a:off x="62787" y="118872"/>
        <a:ext cx="10390026" cy="1160621"/>
      </dsp:txXfrm>
    </dsp:sp>
    <dsp:sp modelId="{AB782473-664A-4C8A-A442-9A11F395131C}">
      <dsp:nvSpPr>
        <dsp:cNvPr id="0" name=""/>
        <dsp:cNvSpPr/>
      </dsp:nvSpPr>
      <dsp:spPr>
        <a:xfrm>
          <a:off x="0" y="1437320"/>
          <a:ext cx="10515600" cy="12861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r" defTabSz="1466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300" b="1" kern="1200"/>
            <a:t>العمليات الأساسية:</a:t>
          </a:r>
          <a:r>
            <a:rPr lang="ar-SA" sz="3300" kern="1200"/>
            <a:t> الإدراج، البحث، الحذف.</a:t>
          </a:r>
          <a:endParaRPr lang="en-US" sz="3300" kern="1200"/>
        </a:p>
      </dsp:txBody>
      <dsp:txXfrm>
        <a:off x="62787" y="1500107"/>
        <a:ext cx="10390026" cy="1160621"/>
      </dsp:txXfrm>
    </dsp:sp>
    <dsp:sp modelId="{E39593C5-B5A0-49DD-9A90-D9F21A65146B}">
      <dsp:nvSpPr>
        <dsp:cNvPr id="0" name=""/>
        <dsp:cNvSpPr/>
      </dsp:nvSpPr>
      <dsp:spPr>
        <a:xfrm>
          <a:off x="0" y="2818556"/>
          <a:ext cx="10515600" cy="128619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r" defTabSz="14668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300" b="1" kern="1200" dirty="0"/>
            <a:t>أهمية الشجرة الثنائية للبحث:</a:t>
          </a:r>
          <a:r>
            <a:rPr lang="ar-SA" sz="3300" kern="1200" dirty="0"/>
            <a:t> تحسين كفاءة عمليات البيانات في التطبيقات البرمجية المختلفة.</a:t>
          </a:r>
          <a:endParaRPr lang="en-US" sz="3300" kern="1200" dirty="0"/>
        </a:p>
      </dsp:txBody>
      <dsp:txXfrm>
        <a:off x="62787" y="2881343"/>
        <a:ext cx="10390026" cy="1160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97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82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3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13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2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4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56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03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54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250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74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68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8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95DA1D8-E874-4205-B6D5-557E0C072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31D499-A6AF-8966-77BC-B3FFD6B06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" y="10"/>
            <a:ext cx="12191980" cy="685799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5712609" y="3740816"/>
                </a:moveTo>
                <a:cubicBezTo>
                  <a:pt x="5738974" y="3758821"/>
                  <a:pt x="5765337" y="3776826"/>
                  <a:pt x="5791702" y="3794831"/>
                </a:cubicBezTo>
                <a:cubicBezTo>
                  <a:pt x="5776911" y="3790330"/>
                  <a:pt x="5760836" y="3785829"/>
                  <a:pt x="5745403" y="3781327"/>
                </a:cubicBezTo>
                <a:cubicBezTo>
                  <a:pt x="5732542" y="3770394"/>
                  <a:pt x="5719038" y="3760108"/>
                  <a:pt x="5706178" y="3748531"/>
                </a:cubicBezTo>
                <a:cubicBezTo>
                  <a:pt x="5708106" y="3745959"/>
                  <a:pt x="5710678" y="3743389"/>
                  <a:pt x="5712609" y="3740816"/>
                </a:cubicBezTo>
                <a:close/>
                <a:moveTo>
                  <a:pt x="6185882" y="2838635"/>
                </a:moveTo>
                <a:cubicBezTo>
                  <a:pt x="6344070" y="2946665"/>
                  <a:pt x="6502257" y="3055338"/>
                  <a:pt x="6660444" y="3163369"/>
                </a:cubicBezTo>
                <a:cubicBezTo>
                  <a:pt x="6657871" y="3165941"/>
                  <a:pt x="6655942" y="3168513"/>
                  <a:pt x="6653370" y="3171086"/>
                </a:cubicBezTo>
                <a:cubicBezTo>
                  <a:pt x="6479751" y="3079774"/>
                  <a:pt x="6315776" y="2978175"/>
                  <a:pt x="6185882" y="283863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164490"/>
                </a:lnTo>
                <a:lnTo>
                  <a:pt x="11988395" y="3196744"/>
                </a:lnTo>
                <a:cubicBezTo>
                  <a:pt x="11473771" y="3266864"/>
                  <a:pt x="10861963" y="3302908"/>
                  <a:pt x="10185568" y="3253395"/>
                </a:cubicBezTo>
                <a:cubicBezTo>
                  <a:pt x="10116120" y="3248250"/>
                  <a:pt x="10050531" y="3245034"/>
                  <a:pt x="9983655" y="3242463"/>
                </a:cubicBezTo>
                <a:cubicBezTo>
                  <a:pt x="9392061" y="3216097"/>
                  <a:pt x="8811401" y="3203236"/>
                  <a:pt x="8566404" y="3171728"/>
                </a:cubicBezTo>
                <a:cubicBezTo>
                  <a:pt x="8374779" y="3146650"/>
                  <a:pt x="7394792" y="2934448"/>
                  <a:pt x="7107354" y="2755040"/>
                </a:cubicBezTo>
                <a:cubicBezTo>
                  <a:pt x="6813486" y="2571132"/>
                  <a:pt x="6536339" y="2367932"/>
                  <a:pt x="6260475" y="2164090"/>
                </a:cubicBezTo>
                <a:cubicBezTo>
                  <a:pt x="6140870" y="2075993"/>
                  <a:pt x="6013549" y="1995614"/>
                  <a:pt x="5905518" y="1894658"/>
                </a:cubicBezTo>
                <a:cubicBezTo>
                  <a:pt x="5797490" y="1793059"/>
                  <a:pt x="5694605" y="1687600"/>
                  <a:pt x="5577572" y="1593717"/>
                </a:cubicBezTo>
                <a:cubicBezTo>
                  <a:pt x="5544133" y="1566709"/>
                  <a:pt x="5510696" y="1537773"/>
                  <a:pt x="5461824" y="1533271"/>
                </a:cubicBezTo>
                <a:cubicBezTo>
                  <a:pt x="5450893" y="1531985"/>
                  <a:pt x="5439318" y="1532628"/>
                  <a:pt x="5428386" y="1533913"/>
                </a:cubicBezTo>
                <a:cubicBezTo>
                  <a:pt x="5416169" y="1535200"/>
                  <a:pt x="5406523" y="1541630"/>
                  <a:pt x="5402021" y="1552562"/>
                </a:cubicBezTo>
                <a:cubicBezTo>
                  <a:pt x="5397521" y="1564781"/>
                  <a:pt x="5405238" y="1571853"/>
                  <a:pt x="5414239" y="1578283"/>
                </a:cubicBezTo>
                <a:cubicBezTo>
                  <a:pt x="5420670" y="1582785"/>
                  <a:pt x="5427099" y="1589859"/>
                  <a:pt x="5435459" y="1591144"/>
                </a:cubicBezTo>
                <a:cubicBezTo>
                  <a:pt x="5488833" y="1598861"/>
                  <a:pt x="5508766" y="1638086"/>
                  <a:pt x="5533844" y="1672809"/>
                </a:cubicBezTo>
                <a:cubicBezTo>
                  <a:pt x="5544776" y="1687600"/>
                  <a:pt x="5556350" y="1699175"/>
                  <a:pt x="5536417" y="1720394"/>
                </a:cubicBezTo>
                <a:cubicBezTo>
                  <a:pt x="5519055" y="1739042"/>
                  <a:pt x="5537059" y="1748689"/>
                  <a:pt x="5555063" y="1753834"/>
                </a:cubicBezTo>
                <a:cubicBezTo>
                  <a:pt x="5580142" y="1760906"/>
                  <a:pt x="5609722" y="1759621"/>
                  <a:pt x="5638015" y="1782770"/>
                </a:cubicBezTo>
                <a:cubicBezTo>
                  <a:pt x="5531915" y="1784699"/>
                  <a:pt x="5486902" y="1723611"/>
                  <a:pt x="5438676" y="1667022"/>
                </a:cubicBezTo>
                <a:cubicBezTo>
                  <a:pt x="5420670" y="1646446"/>
                  <a:pt x="5408453" y="1622010"/>
                  <a:pt x="5393019" y="1598861"/>
                </a:cubicBezTo>
                <a:cubicBezTo>
                  <a:pt x="5373728" y="1570568"/>
                  <a:pt x="5351221" y="1569281"/>
                  <a:pt x="5322928" y="1594359"/>
                </a:cubicBezTo>
                <a:cubicBezTo>
                  <a:pt x="5297850" y="1616865"/>
                  <a:pt x="5285633" y="1614937"/>
                  <a:pt x="5277274" y="1584070"/>
                </a:cubicBezTo>
                <a:cubicBezTo>
                  <a:pt x="5264412" y="1535843"/>
                  <a:pt x="5234831" y="1501763"/>
                  <a:pt x="5184674" y="1484401"/>
                </a:cubicBezTo>
                <a:cubicBezTo>
                  <a:pt x="5179209" y="1482471"/>
                  <a:pt x="5173101" y="1479417"/>
                  <a:pt x="5167072" y="1478372"/>
                </a:cubicBezTo>
                <a:cubicBezTo>
                  <a:pt x="5161044" y="1477327"/>
                  <a:pt x="5155097" y="1478292"/>
                  <a:pt x="5149951" y="1484401"/>
                </a:cubicBezTo>
                <a:cubicBezTo>
                  <a:pt x="5140950" y="1494688"/>
                  <a:pt x="5148664" y="1506907"/>
                  <a:pt x="5155097" y="1515909"/>
                </a:cubicBezTo>
                <a:cubicBezTo>
                  <a:pt x="5166670" y="1531985"/>
                  <a:pt x="5176959" y="1547417"/>
                  <a:pt x="5181461" y="1566709"/>
                </a:cubicBezTo>
                <a:cubicBezTo>
                  <a:pt x="5184674" y="1579570"/>
                  <a:pt x="5187891" y="1593717"/>
                  <a:pt x="5178887" y="1603361"/>
                </a:cubicBezTo>
                <a:cubicBezTo>
                  <a:pt x="5141592" y="1644516"/>
                  <a:pt x="5168600" y="1663807"/>
                  <a:pt x="5200752" y="1685671"/>
                </a:cubicBezTo>
                <a:cubicBezTo>
                  <a:pt x="5245120" y="1715251"/>
                  <a:pt x="5262482" y="1758976"/>
                  <a:pt x="5252195" y="1811063"/>
                </a:cubicBezTo>
                <a:cubicBezTo>
                  <a:pt x="5248335" y="1832284"/>
                  <a:pt x="5250909" y="1845143"/>
                  <a:pt x="5277274" y="1844501"/>
                </a:cubicBezTo>
                <a:cubicBezTo>
                  <a:pt x="5287560" y="1844501"/>
                  <a:pt x="5290133" y="1851575"/>
                  <a:pt x="5293993" y="1859290"/>
                </a:cubicBezTo>
                <a:cubicBezTo>
                  <a:pt x="5376299" y="2041270"/>
                  <a:pt x="5495262" y="2200743"/>
                  <a:pt x="5634802" y="2347356"/>
                </a:cubicBezTo>
                <a:cubicBezTo>
                  <a:pt x="5747976" y="2466318"/>
                  <a:pt x="5872725" y="2573704"/>
                  <a:pt x="6001975" y="2677877"/>
                </a:cubicBezTo>
                <a:cubicBezTo>
                  <a:pt x="6005832" y="2681092"/>
                  <a:pt x="6009691" y="2684949"/>
                  <a:pt x="6011621" y="2691379"/>
                </a:cubicBezTo>
                <a:cubicBezTo>
                  <a:pt x="5950533" y="2678520"/>
                  <a:pt x="5897804" y="2652154"/>
                  <a:pt x="5847002" y="2622575"/>
                </a:cubicBezTo>
                <a:cubicBezTo>
                  <a:pt x="5711965" y="2544125"/>
                  <a:pt x="5598147" y="2442525"/>
                  <a:pt x="5483045" y="2342854"/>
                </a:cubicBezTo>
                <a:cubicBezTo>
                  <a:pt x="5412953" y="2281765"/>
                  <a:pt x="5340933" y="2222606"/>
                  <a:pt x="5263769" y="2168592"/>
                </a:cubicBezTo>
                <a:cubicBezTo>
                  <a:pt x="5250909" y="2159588"/>
                  <a:pt x="5241905" y="2148014"/>
                  <a:pt x="5232904" y="2136439"/>
                </a:cubicBezTo>
                <a:cubicBezTo>
                  <a:pt x="5227759" y="2130010"/>
                  <a:pt x="5221329" y="2124222"/>
                  <a:pt x="5211040" y="2126795"/>
                </a:cubicBezTo>
                <a:cubicBezTo>
                  <a:pt x="5198180" y="2130010"/>
                  <a:pt x="5196893" y="2139654"/>
                  <a:pt x="5195606" y="2149301"/>
                </a:cubicBezTo>
                <a:cubicBezTo>
                  <a:pt x="5191749" y="2180166"/>
                  <a:pt x="5200108" y="2207817"/>
                  <a:pt x="5216185" y="2234181"/>
                </a:cubicBezTo>
                <a:cubicBezTo>
                  <a:pt x="5257983" y="2301699"/>
                  <a:pt x="5319713" y="2353786"/>
                  <a:pt x="5383373" y="2403300"/>
                </a:cubicBezTo>
                <a:cubicBezTo>
                  <a:pt x="5465682" y="2466961"/>
                  <a:pt x="5545418" y="2533193"/>
                  <a:pt x="5618083" y="2605857"/>
                </a:cubicBezTo>
                <a:cubicBezTo>
                  <a:pt x="5623226" y="2611001"/>
                  <a:pt x="5632871" y="2614216"/>
                  <a:pt x="5629656" y="2629005"/>
                </a:cubicBezTo>
                <a:cubicBezTo>
                  <a:pt x="5584001" y="2594925"/>
                  <a:pt x="5540917" y="2561487"/>
                  <a:pt x="5497192" y="2529334"/>
                </a:cubicBezTo>
                <a:cubicBezTo>
                  <a:pt x="5454108" y="2497183"/>
                  <a:pt x="5410380" y="2465031"/>
                  <a:pt x="5367298" y="2433523"/>
                </a:cubicBezTo>
                <a:cubicBezTo>
                  <a:pt x="5357008" y="2425806"/>
                  <a:pt x="5346076" y="2414874"/>
                  <a:pt x="5331288" y="2424520"/>
                </a:cubicBezTo>
                <a:cubicBezTo>
                  <a:pt x="5315856" y="2434165"/>
                  <a:pt x="5317785" y="2450242"/>
                  <a:pt x="5321643" y="2463101"/>
                </a:cubicBezTo>
                <a:cubicBezTo>
                  <a:pt x="5333859" y="2501041"/>
                  <a:pt x="5355081" y="2534479"/>
                  <a:pt x="5383373" y="2564059"/>
                </a:cubicBezTo>
                <a:cubicBezTo>
                  <a:pt x="5479829" y="2661801"/>
                  <a:pt x="5591073" y="2746038"/>
                  <a:pt x="5694605" y="2837349"/>
                </a:cubicBezTo>
                <a:cubicBezTo>
                  <a:pt x="5750548" y="2886864"/>
                  <a:pt x="5801990" y="2939593"/>
                  <a:pt x="5850861" y="2994249"/>
                </a:cubicBezTo>
                <a:cubicBezTo>
                  <a:pt x="5861793" y="3006469"/>
                  <a:pt x="5861149" y="3018043"/>
                  <a:pt x="5857934" y="3032189"/>
                </a:cubicBezTo>
                <a:cubicBezTo>
                  <a:pt x="5845076" y="3089421"/>
                  <a:pt x="5865008" y="3108711"/>
                  <a:pt x="5929311" y="3097780"/>
                </a:cubicBezTo>
                <a:cubicBezTo>
                  <a:pt x="5949246" y="3094563"/>
                  <a:pt x="5962750" y="3097780"/>
                  <a:pt x="5974966" y="3111282"/>
                </a:cubicBezTo>
                <a:cubicBezTo>
                  <a:pt x="6122866" y="3278472"/>
                  <a:pt x="6297771" y="3419297"/>
                  <a:pt x="6488753" y="3544689"/>
                </a:cubicBezTo>
                <a:cubicBezTo>
                  <a:pt x="6566560" y="3595488"/>
                  <a:pt x="6646940" y="3643718"/>
                  <a:pt x="6728605" y="3688730"/>
                </a:cubicBezTo>
                <a:cubicBezTo>
                  <a:pt x="6728605" y="3691945"/>
                  <a:pt x="6728605" y="3695804"/>
                  <a:pt x="6728605" y="3699019"/>
                </a:cubicBezTo>
                <a:cubicBezTo>
                  <a:pt x="6727962" y="3703519"/>
                  <a:pt x="6727320" y="3706091"/>
                  <a:pt x="6726677" y="3709950"/>
                </a:cubicBezTo>
                <a:cubicBezTo>
                  <a:pt x="6611573" y="3640502"/>
                  <a:pt x="6497754" y="3569125"/>
                  <a:pt x="6386510" y="3493890"/>
                </a:cubicBezTo>
                <a:cubicBezTo>
                  <a:pt x="6084927" y="3290048"/>
                  <a:pt x="5796845" y="3071415"/>
                  <a:pt x="5504264" y="2857926"/>
                </a:cubicBezTo>
                <a:cubicBezTo>
                  <a:pt x="5405879" y="2785906"/>
                  <a:pt x="5328073" y="2693952"/>
                  <a:pt x="5239333" y="2612929"/>
                </a:cubicBezTo>
                <a:cubicBezTo>
                  <a:pt x="5180174" y="2558915"/>
                  <a:pt x="5123586" y="2502328"/>
                  <a:pt x="5054783" y="2457958"/>
                </a:cubicBezTo>
                <a:cubicBezTo>
                  <a:pt x="5026489" y="2439952"/>
                  <a:pt x="4996909" y="2423876"/>
                  <a:pt x="4958969" y="2428378"/>
                </a:cubicBezTo>
                <a:cubicBezTo>
                  <a:pt x="4944180" y="2430308"/>
                  <a:pt x="4927460" y="2434165"/>
                  <a:pt x="4922316" y="2450884"/>
                </a:cubicBezTo>
                <a:cubicBezTo>
                  <a:pt x="4917814" y="2467603"/>
                  <a:pt x="4931318" y="2475320"/>
                  <a:pt x="4943538" y="2482393"/>
                </a:cubicBezTo>
                <a:cubicBezTo>
                  <a:pt x="4946752" y="2484322"/>
                  <a:pt x="4949967" y="2486895"/>
                  <a:pt x="4953183" y="2486895"/>
                </a:cubicBezTo>
                <a:cubicBezTo>
                  <a:pt x="5014271" y="2490752"/>
                  <a:pt x="5028418" y="2539623"/>
                  <a:pt x="5057355" y="2574991"/>
                </a:cubicBezTo>
                <a:cubicBezTo>
                  <a:pt x="5066357" y="2585923"/>
                  <a:pt x="5066999" y="2596854"/>
                  <a:pt x="5057355" y="2609714"/>
                </a:cubicBezTo>
                <a:cubicBezTo>
                  <a:pt x="5039991" y="2632863"/>
                  <a:pt x="5052210" y="2643152"/>
                  <a:pt x="5075359" y="2649582"/>
                </a:cubicBezTo>
                <a:cubicBezTo>
                  <a:pt x="5098507" y="2656013"/>
                  <a:pt x="5123586" y="2657941"/>
                  <a:pt x="5148664" y="2672732"/>
                </a:cubicBezTo>
                <a:cubicBezTo>
                  <a:pt x="5108797" y="2684949"/>
                  <a:pt x="5081147" y="2672090"/>
                  <a:pt x="5055425" y="2656013"/>
                </a:cubicBezTo>
                <a:cubicBezTo>
                  <a:pt x="4997552" y="2620646"/>
                  <a:pt x="4960257" y="2568559"/>
                  <a:pt x="4924888" y="2515188"/>
                </a:cubicBezTo>
                <a:cubicBezTo>
                  <a:pt x="4917814" y="2504899"/>
                  <a:pt x="4912027" y="2493324"/>
                  <a:pt x="4902382" y="2484965"/>
                </a:cubicBezTo>
                <a:cubicBezTo>
                  <a:pt x="4884376" y="2468246"/>
                  <a:pt x="4865085" y="2466318"/>
                  <a:pt x="4843224" y="2486895"/>
                </a:cubicBezTo>
                <a:cubicBezTo>
                  <a:pt x="4814285" y="2513902"/>
                  <a:pt x="4803998" y="2511973"/>
                  <a:pt x="4794352" y="2477250"/>
                </a:cubicBezTo>
                <a:cubicBezTo>
                  <a:pt x="4781490" y="2430308"/>
                  <a:pt x="4752554" y="2397512"/>
                  <a:pt x="4703040" y="2380151"/>
                </a:cubicBezTo>
                <a:cubicBezTo>
                  <a:pt x="4692753" y="2376292"/>
                  <a:pt x="4681821" y="2371147"/>
                  <a:pt x="4670890" y="2379507"/>
                </a:cubicBezTo>
                <a:cubicBezTo>
                  <a:pt x="4659315" y="2389153"/>
                  <a:pt x="4667030" y="2398798"/>
                  <a:pt x="4671532" y="2407802"/>
                </a:cubicBezTo>
                <a:cubicBezTo>
                  <a:pt x="4677962" y="2421948"/>
                  <a:pt x="4685679" y="2436095"/>
                  <a:pt x="4691466" y="2450884"/>
                </a:cubicBezTo>
                <a:cubicBezTo>
                  <a:pt x="4701755" y="2474677"/>
                  <a:pt x="4703685" y="2499756"/>
                  <a:pt x="4684393" y="2522904"/>
                </a:cubicBezTo>
                <a:cubicBezTo>
                  <a:pt x="4670245" y="2539623"/>
                  <a:pt x="4671532" y="2550555"/>
                  <a:pt x="4690181" y="2562130"/>
                </a:cubicBezTo>
                <a:cubicBezTo>
                  <a:pt x="4749983" y="2598140"/>
                  <a:pt x="4787922" y="2645081"/>
                  <a:pt x="4767344" y="2718387"/>
                </a:cubicBezTo>
                <a:cubicBezTo>
                  <a:pt x="4764130" y="2728676"/>
                  <a:pt x="4767988" y="2738965"/>
                  <a:pt x="4780205" y="2738321"/>
                </a:cubicBezTo>
                <a:cubicBezTo>
                  <a:pt x="4807214" y="2736393"/>
                  <a:pt x="4811713" y="2753112"/>
                  <a:pt x="4819430" y="2770474"/>
                </a:cubicBezTo>
                <a:cubicBezTo>
                  <a:pt x="4894666" y="2937020"/>
                  <a:pt x="5003339" y="3082346"/>
                  <a:pt x="5128730" y="3218670"/>
                </a:cubicBezTo>
                <a:cubicBezTo>
                  <a:pt x="5252837" y="3353709"/>
                  <a:pt x="5392376" y="3474599"/>
                  <a:pt x="5540917" y="3590345"/>
                </a:cubicBezTo>
                <a:cubicBezTo>
                  <a:pt x="5499119" y="3586487"/>
                  <a:pt x="5445104" y="3562695"/>
                  <a:pt x="5393019" y="3535044"/>
                </a:cubicBezTo>
                <a:cubicBezTo>
                  <a:pt x="5255410" y="3461095"/>
                  <a:pt x="5142235" y="3360781"/>
                  <a:pt x="5027131" y="3262397"/>
                </a:cubicBezTo>
                <a:cubicBezTo>
                  <a:pt x="4946752" y="3193592"/>
                  <a:pt x="4868302" y="3122858"/>
                  <a:pt x="4778275" y="3063697"/>
                </a:cubicBezTo>
                <a:cubicBezTo>
                  <a:pt x="4767988" y="3057268"/>
                  <a:pt x="4760914" y="3048908"/>
                  <a:pt x="4755127" y="3038619"/>
                </a:cubicBezTo>
                <a:cubicBezTo>
                  <a:pt x="4749983" y="3029617"/>
                  <a:pt x="4742265" y="3021258"/>
                  <a:pt x="4728763" y="3025115"/>
                </a:cubicBezTo>
                <a:cubicBezTo>
                  <a:pt x="4715259" y="3029617"/>
                  <a:pt x="4713973" y="3041192"/>
                  <a:pt x="4713973" y="3051481"/>
                </a:cubicBezTo>
                <a:cubicBezTo>
                  <a:pt x="4715902" y="3090063"/>
                  <a:pt x="4726833" y="3124786"/>
                  <a:pt x="4750625" y="3155652"/>
                </a:cubicBezTo>
                <a:cubicBezTo>
                  <a:pt x="4796924" y="3217385"/>
                  <a:pt x="4858656" y="3265612"/>
                  <a:pt x="4920386" y="3313839"/>
                </a:cubicBezTo>
                <a:cubicBezTo>
                  <a:pt x="5005911" y="3380072"/>
                  <a:pt x="5085005" y="3452092"/>
                  <a:pt x="5156382" y="3532472"/>
                </a:cubicBezTo>
                <a:cubicBezTo>
                  <a:pt x="5104940" y="3493247"/>
                  <a:pt x="5053495" y="3453378"/>
                  <a:pt x="5001409" y="3414153"/>
                </a:cubicBezTo>
                <a:cubicBezTo>
                  <a:pt x="4962184" y="3384574"/>
                  <a:pt x="4921673" y="3356279"/>
                  <a:pt x="4881806" y="3327343"/>
                </a:cubicBezTo>
                <a:cubicBezTo>
                  <a:pt x="4872159" y="3320270"/>
                  <a:pt x="4861870" y="3312554"/>
                  <a:pt x="4848368" y="3322198"/>
                </a:cubicBezTo>
                <a:cubicBezTo>
                  <a:pt x="4836149" y="3330558"/>
                  <a:pt x="4838079" y="3342777"/>
                  <a:pt x="4840652" y="3354351"/>
                </a:cubicBezTo>
                <a:cubicBezTo>
                  <a:pt x="4850297" y="3400006"/>
                  <a:pt x="4877304" y="3436659"/>
                  <a:pt x="4910742" y="3469454"/>
                </a:cubicBezTo>
                <a:cubicBezTo>
                  <a:pt x="4951252" y="3508679"/>
                  <a:pt x="4993695" y="3545976"/>
                  <a:pt x="5037419" y="3583272"/>
                </a:cubicBezTo>
                <a:cubicBezTo>
                  <a:pt x="4990479" y="3572983"/>
                  <a:pt x="4943538" y="3562695"/>
                  <a:pt x="4896595" y="3554336"/>
                </a:cubicBezTo>
                <a:cubicBezTo>
                  <a:pt x="4917814" y="3628927"/>
                  <a:pt x="4967328" y="3643718"/>
                  <a:pt x="5011699" y="3655292"/>
                </a:cubicBezTo>
                <a:cubicBezTo>
                  <a:pt x="5071502" y="3670081"/>
                  <a:pt x="5128730" y="3688730"/>
                  <a:pt x="5185319" y="3709950"/>
                </a:cubicBezTo>
                <a:cubicBezTo>
                  <a:pt x="5209111" y="3731170"/>
                  <a:pt x="5232904" y="3751748"/>
                  <a:pt x="5256052" y="3773610"/>
                </a:cubicBezTo>
                <a:cubicBezTo>
                  <a:pt x="5279845" y="3796118"/>
                  <a:pt x="5302352" y="3818624"/>
                  <a:pt x="5324859" y="3842415"/>
                </a:cubicBezTo>
                <a:cubicBezTo>
                  <a:pt x="5340933" y="3859776"/>
                  <a:pt x="5360224" y="3874568"/>
                  <a:pt x="5341576" y="3904146"/>
                </a:cubicBezTo>
                <a:cubicBezTo>
                  <a:pt x="5333217" y="3917650"/>
                  <a:pt x="5387873" y="3990958"/>
                  <a:pt x="5405238" y="3995458"/>
                </a:cubicBezTo>
                <a:cubicBezTo>
                  <a:pt x="5407809" y="3996100"/>
                  <a:pt x="5410380" y="3996745"/>
                  <a:pt x="5412310" y="3996745"/>
                </a:cubicBezTo>
                <a:cubicBezTo>
                  <a:pt x="5449607" y="3994173"/>
                  <a:pt x="5457967" y="4016036"/>
                  <a:pt x="5458608" y="4043687"/>
                </a:cubicBezTo>
                <a:cubicBezTo>
                  <a:pt x="5459252" y="4070693"/>
                  <a:pt x="5452823" y="4104131"/>
                  <a:pt x="5503621" y="4090627"/>
                </a:cubicBezTo>
                <a:cubicBezTo>
                  <a:pt x="5509408" y="4089342"/>
                  <a:pt x="5510696" y="4093199"/>
                  <a:pt x="5513266" y="4097701"/>
                </a:cubicBezTo>
                <a:cubicBezTo>
                  <a:pt x="5568568" y="4212804"/>
                  <a:pt x="5661808" y="4301543"/>
                  <a:pt x="5753762" y="4390282"/>
                </a:cubicBezTo>
                <a:cubicBezTo>
                  <a:pt x="5758907" y="4394784"/>
                  <a:pt x="5764052" y="4399285"/>
                  <a:pt x="5769195" y="4403786"/>
                </a:cubicBezTo>
                <a:cubicBezTo>
                  <a:pt x="5672741" y="4381280"/>
                  <a:pt x="5354436" y="4352342"/>
                  <a:pt x="5261196" y="4361989"/>
                </a:cubicBezTo>
                <a:cubicBezTo>
                  <a:pt x="5178245" y="4370349"/>
                  <a:pt x="4709472" y="4230167"/>
                  <a:pt x="4612374" y="4147215"/>
                </a:cubicBezTo>
                <a:cubicBezTo>
                  <a:pt x="4598869" y="4212161"/>
                  <a:pt x="4627806" y="4237882"/>
                  <a:pt x="4650956" y="4267463"/>
                </a:cubicBezTo>
                <a:cubicBezTo>
                  <a:pt x="4683749" y="4309260"/>
                  <a:pt x="4688895" y="4338840"/>
                  <a:pt x="4627162" y="4372278"/>
                </a:cubicBezTo>
                <a:cubicBezTo>
                  <a:pt x="4450327" y="4467447"/>
                  <a:pt x="4452257" y="4470662"/>
                  <a:pt x="4618160" y="4599911"/>
                </a:cubicBezTo>
                <a:cubicBezTo>
                  <a:pt x="4625877" y="4605700"/>
                  <a:pt x="4622019" y="4624347"/>
                  <a:pt x="4623948" y="4637209"/>
                </a:cubicBezTo>
                <a:cubicBezTo>
                  <a:pt x="4580863" y="4656500"/>
                  <a:pt x="4530064" y="4606343"/>
                  <a:pt x="4478622" y="4660357"/>
                </a:cubicBezTo>
                <a:cubicBezTo>
                  <a:pt x="4700468" y="4897637"/>
                  <a:pt x="5038064" y="5123344"/>
                  <a:pt x="5344150" y="5301466"/>
                </a:cubicBezTo>
                <a:cubicBezTo>
                  <a:pt x="5096581" y="5359982"/>
                  <a:pt x="4948037" y="5154210"/>
                  <a:pt x="4766058" y="5180574"/>
                </a:cubicBezTo>
                <a:cubicBezTo>
                  <a:pt x="4675390" y="5244877"/>
                  <a:pt x="4945465" y="5349050"/>
                  <a:pt x="4687609" y="5379273"/>
                </a:cubicBezTo>
                <a:cubicBezTo>
                  <a:pt x="4799496" y="5435860"/>
                  <a:pt x="4882449" y="5491161"/>
                  <a:pt x="4959611" y="5556107"/>
                </a:cubicBezTo>
                <a:cubicBezTo>
                  <a:pt x="5096581" y="5672497"/>
                  <a:pt x="5123586" y="5749662"/>
                  <a:pt x="5060571" y="5905920"/>
                </a:cubicBezTo>
                <a:cubicBezTo>
                  <a:pt x="5018773" y="6008805"/>
                  <a:pt x="4958326" y="6103332"/>
                  <a:pt x="5011699" y="6226152"/>
                </a:cubicBezTo>
                <a:cubicBezTo>
                  <a:pt x="5048351" y="6310389"/>
                  <a:pt x="5034204" y="6365690"/>
                  <a:pt x="4895308" y="6327750"/>
                </a:cubicBezTo>
                <a:cubicBezTo>
                  <a:pt x="4745482" y="6287240"/>
                  <a:pt x="4688895" y="6363118"/>
                  <a:pt x="4726833" y="6510373"/>
                </a:cubicBezTo>
                <a:cubicBezTo>
                  <a:pt x="4751269" y="6604900"/>
                  <a:pt x="4725546" y="6634480"/>
                  <a:pt x="4622661" y="6623548"/>
                </a:cubicBezTo>
                <a:cubicBezTo>
                  <a:pt x="4508843" y="6611330"/>
                  <a:pt x="4400814" y="6549598"/>
                  <a:pt x="4259989" y="6579179"/>
                </a:cubicBezTo>
                <a:cubicBezTo>
                  <a:pt x="4358453" y="6729972"/>
                  <a:pt x="4554892" y="6711403"/>
                  <a:pt x="4690343" y="6814255"/>
                </a:cubicBezTo>
                <a:lnTo>
                  <a:pt x="4735334" y="6858000"/>
                </a:lnTo>
                <a:lnTo>
                  <a:pt x="4496011" y="6858000"/>
                </a:lnTo>
                <a:lnTo>
                  <a:pt x="4440632" y="6851514"/>
                </a:lnTo>
                <a:cubicBezTo>
                  <a:pt x="4410700" y="6846400"/>
                  <a:pt x="4381522" y="6839608"/>
                  <a:pt x="4352585" y="6830605"/>
                </a:cubicBezTo>
                <a:cubicBezTo>
                  <a:pt x="4304358" y="6815816"/>
                  <a:pt x="4251629" y="6801027"/>
                  <a:pt x="4224621" y="6850539"/>
                </a:cubicBezTo>
                <a:lnTo>
                  <a:pt x="422311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C150AE-F180-3518-F184-34172D346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3834174"/>
            <a:ext cx="5257800" cy="1701570"/>
          </a:xfrm>
        </p:spPr>
        <p:txBody>
          <a:bodyPr anchor="b">
            <a:normAutofit/>
          </a:bodyPr>
          <a:lstStyle/>
          <a:p>
            <a:r>
              <a:rPr lang="ar-SA" sz="4400"/>
              <a:t>الشجرة الثنائية للبحث</a:t>
            </a:r>
            <a:endParaRPr lang="en-CA" sz="44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C2F312-E9DE-75DB-937D-79879D70990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6000" y="5592499"/>
            <a:ext cx="5147960" cy="6467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CA" sz="2000"/>
              <a:t>Binary Search Tree</a:t>
            </a:r>
            <a:endParaRPr kumimoji="0"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289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CB921-830D-9161-C96D-802CA3BE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ar-SA" b="1" dirty="0"/>
              <a:t>جدول المحتويات</a:t>
            </a:r>
            <a:br>
              <a:rPr lang="ar-SA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DD269-1CE7-1C4C-AE62-C0C093ED0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مقدمة إلى الشجرة الثنائية للبحث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خصائص الشجرة الثنائية للبحث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العمليات الأساسية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الإدراج (</a:t>
            </a:r>
            <a:r>
              <a:rPr lang="en-CA" dirty="0"/>
              <a:t>Insertion)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البحث (</a:t>
            </a:r>
            <a:r>
              <a:rPr lang="en-CA" dirty="0"/>
              <a:t>Search)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dirty="0"/>
              <a:t>الحذف (</a:t>
            </a:r>
            <a:r>
              <a:rPr lang="en-CA" dirty="0"/>
              <a:t>Deletion)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أمثلة وتطبيقات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ar-SA" dirty="0"/>
              <a:t>مزايا وعيوب</a:t>
            </a:r>
          </a:p>
          <a:p>
            <a:pPr algn="r" rt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6174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A3791-5EDE-F17A-B2A3-0BE71B491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952744"/>
          </a:xfrm>
        </p:spPr>
        <p:txBody>
          <a:bodyPr>
            <a:normAutofit/>
          </a:bodyPr>
          <a:lstStyle/>
          <a:p>
            <a:pPr rtl="1"/>
            <a:r>
              <a:rPr lang="ar-SA" b="1" dirty="0"/>
              <a:t>مقدمة إلى الشجرة الثنائية للبحث</a:t>
            </a:r>
            <a:br>
              <a:rPr lang="ar-SA" b="1" dirty="0"/>
            </a:br>
            <a:endParaRPr lang="en-CA" dirty="0"/>
          </a:p>
        </p:txBody>
      </p:sp>
      <p:sp>
        <p:nvSpPr>
          <p:cNvPr id="2067" name="Freeform: Shape 2066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 descr="A diagram of a tree&#10;&#10;Description automatically generated">
            <a:extLst>
              <a:ext uri="{FF2B5EF4-FFF2-40B4-BE49-F238E27FC236}">
                <a16:creationId xmlns:a16="http://schemas.microsoft.com/office/drawing/2014/main" id="{05E0E082-4A09-A7BA-1C5E-F42478909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1134" y="2704927"/>
            <a:ext cx="3195204" cy="1621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65F3C-8D11-0EA6-59B8-21EB79B35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497257"/>
            <a:ext cx="4840010" cy="3679705"/>
          </a:xfrm>
        </p:spPr>
        <p:txBody>
          <a:bodyPr>
            <a:normAutofit/>
          </a:bodyPr>
          <a:lstStyle/>
          <a:p>
            <a:pPr rtl="1">
              <a:buFont typeface="Arial" panose="020B0604020202020204" pitchFamily="34" charset="0"/>
              <a:buChar char="•"/>
            </a:pPr>
            <a:r>
              <a:rPr lang="ar-SA" sz="2000" b="1"/>
              <a:t>تعريف الشجرة الثنائية للبحث:</a:t>
            </a:r>
            <a:r>
              <a:rPr lang="ar-SA" sz="2000"/>
              <a:t> هيكل بيانات شجري يتكون من عقد، حيث كل عقدة لها مفتاح، والعقدة تحتوي على رابطين، أحدهما للعقدة اليسرى (الفرع الأيسر) والآخر للعقدة اليمنى (الفرع الأيمن).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sz="2000" b="1"/>
              <a:t>الهدف من الشجرة الثنائية للبحث:</a:t>
            </a:r>
            <a:r>
              <a:rPr lang="ar-SA" sz="2000"/>
              <a:t> تحسين كفاءة عمليات البحث والإدراج والحذف في البيانات.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sz="2000" b="1"/>
              <a:t>أهمية الشجرة الثنائية للبحث:</a:t>
            </a:r>
            <a:endParaRPr lang="ar-SA" sz="2000"/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sz="2000"/>
              <a:t>توفير عمليات بحث سريعة وفعالة.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sz="2000"/>
              <a:t>الحفاظ على البيانات في ترتيب معين.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sz="2000"/>
              <a:t>دعم مجموعة متنوعة من العمليات البرمجية.</a:t>
            </a:r>
          </a:p>
          <a:p>
            <a:pPr rtl="1"/>
            <a:endParaRPr lang="en-CA" sz="2000"/>
          </a:p>
        </p:txBody>
      </p:sp>
    </p:spTree>
    <p:extLst>
      <p:ext uri="{BB962C8B-B14F-4D97-AF65-F5344CB8AC3E}">
        <p14:creationId xmlns:p14="http://schemas.microsoft.com/office/powerpoint/2010/main" val="622016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1EE5E-7640-5B22-47DE-F0329191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952744"/>
          </a:xfrm>
        </p:spPr>
        <p:txBody>
          <a:bodyPr>
            <a:normAutofit/>
          </a:bodyPr>
          <a:lstStyle/>
          <a:p>
            <a:pPr rtl="1"/>
            <a:r>
              <a:rPr lang="ar-SA" b="1"/>
              <a:t>خصائص الشجرة الثنائية للبحث</a:t>
            </a:r>
            <a:br>
              <a:rPr lang="ar-SA" b="1"/>
            </a:br>
            <a:endParaRPr lang="en-CA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E2B05-9D1F-935E-550E-D600FA449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34" y="1859529"/>
            <a:ext cx="3195204" cy="3312361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416835-754A-31CC-6FD0-86C1641FD5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3397194"/>
              </p:ext>
            </p:extLst>
          </p:nvPr>
        </p:nvGraphicFramePr>
        <p:xfrm>
          <a:off x="6513788" y="2497257"/>
          <a:ext cx="4840010" cy="3679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993374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4C5663A-0CE3-4AEE-B47E-FB68D9EB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33784-4B4D-3929-ED7C-85EC61CB1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1807305"/>
          </a:xfrm>
        </p:spPr>
        <p:txBody>
          <a:bodyPr>
            <a:normAutofit/>
          </a:bodyPr>
          <a:lstStyle/>
          <a:p>
            <a:pPr rtl="1"/>
            <a:r>
              <a:rPr lang="ar-SA" b="1"/>
              <a:t>العمليات الأساسية</a:t>
            </a:r>
            <a:br>
              <a:rPr lang="ar-SA" b="1"/>
            </a:b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7CF49-08F8-3463-D423-50EA1708D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333297"/>
            <a:ext cx="3816096" cy="3843666"/>
          </a:xfrm>
        </p:spPr>
        <p:txBody>
          <a:bodyPr>
            <a:normAutofit/>
          </a:bodyPr>
          <a:lstStyle/>
          <a:p>
            <a:pPr rtl="1"/>
            <a:r>
              <a:rPr lang="ar-SA" sz="2000" b="1" dirty="0"/>
              <a:t>الإدراج (</a:t>
            </a:r>
            <a:r>
              <a:rPr lang="en-CA" sz="2000" b="1" dirty="0"/>
              <a:t>Insertion)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sz="2000" b="1" dirty="0"/>
              <a:t>خطوات الإدراج:</a:t>
            </a:r>
            <a:endParaRPr lang="ar-SA" sz="2000" dirty="0"/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sz="2000" dirty="0"/>
              <a:t>بدءًا من الجذر، قارن قيمة المفتاح الجديد مع قيمة مفتاح العقدة الحالية.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sz="2000" dirty="0"/>
              <a:t>إذا كانت قيمة المفتاح الجديد أقل، انتقل إلى العقدة اليسرى.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sz="2000" dirty="0"/>
              <a:t>إذا كانت قيمة المفتاح الجديد أكبر، انتقل إلى العقدة اليمنى.</a:t>
            </a:r>
          </a:p>
          <a:p>
            <a:pPr marL="742950" lvl="1" indent="-285750" rtl="1">
              <a:buFont typeface="Arial" panose="020B0604020202020204" pitchFamily="34" charset="0"/>
              <a:buChar char="•"/>
            </a:pPr>
            <a:r>
              <a:rPr lang="ar-SA" sz="2000" dirty="0"/>
              <a:t>كرر العملية حتى تصل إلى موضع فارغ وأضف العقدة الجديدة.</a:t>
            </a:r>
          </a:p>
          <a:p>
            <a:pPr rtl="1"/>
            <a:endParaRPr lang="en-CA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E0A50-8F86-4B76-A751-61972B5B72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67" r="-1" b="-1"/>
          <a:stretch/>
        </p:blipFill>
        <p:spPr>
          <a:xfrm>
            <a:off x="4726728" y="10"/>
            <a:ext cx="7472381" cy="6857990"/>
          </a:xfrm>
          <a:custGeom>
            <a:avLst/>
            <a:gdLst/>
            <a:ahLst/>
            <a:cxnLst/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36815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86F6A-6489-32AC-523F-30A1A288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952744"/>
          </a:xfrm>
        </p:spPr>
        <p:txBody>
          <a:bodyPr>
            <a:normAutofit/>
          </a:bodyPr>
          <a:lstStyle/>
          <a:p>
            <a:pPr rtl="1"/>
            <a:r>
              <a:rPr lang="ar-SA" b="1" dirty="0"/>
              <a:t>البحث (</a:t>
            </a:r>
            <a:r>
              <a:rPr lang="en-CA" b="1" dirty="0"/>
              <a:t>Search)</a:t>
            </a:r>
            <a:br>
              <a:rPr lang="en-CA" b="1" dirty="0"/>
            </a:br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DAC5C-9F8A-08F0-AADE-B574E86D4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27" y="1887166"/>
            <a:ext cx="3686783" cy="190821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1A3C1-860C-E106-0606-DE7A45154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788" y="2497257"/>
            <a:ext cx="4840010" cy="3679705"/>
          </a:xfrm>
        </p:spPr>
        <p:txBody>
          <a:bodyPr>
            <a:norm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SA" sz="2000" b="1" dirty="0"/>
              <a:t>خطوات البحث:</a:t>
            </a:r>
            <a:endParaRPr lang="ar-SA" sz="2000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بدءًا من الجذر، قارن قيمة المفتاح المطلوب مع قيمة مفتاح العقدة الحالية.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إذا كانت القيمة تساوي قيمة العقدة الحالية، تم العثور على المفتاح.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إذا كانت القيمة أقل، انتقل إلى العقدة اليسرى.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إذا كانت القيمة أكبر، انتقل إلى العقدة اليمنى.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كرر العملية حتى تجد المفتاح أو تصل إلى عقدة فارغة.</a:t>
            </a:r>
          </a:p>
          <a:p>
            <a:pPr algn="r" rtl="1"/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42788130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9E547-7B3E-4257-D566-B6D73B40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pPr rtl="1"/>
            <a:r>
              <a:rPr lang="ar-SA" b="1" dirty="0"/>
              <a:t>حذف (</a:t>
            </a:r>
            <a:r>
              <a:rPr lang="en-CA" b="1" dirty="0"/>
              <a:t>Deletion)</a:t>
            </a:r>
            <a:br>
              <a:rPr lang="en-CA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6EB3D-DF3B-3B55-FA96-78C65CEB7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2204836"/>
          </a:xfrm>
        </p:spPr>
        <p:txBody>
          <a:bodyPr>
            <a:normAutofit/>
          </a:bodyPr>
          <a:lstStyle/>
          <a:p>
            <a:pPr algn="r" rtl="1">
              <a:buFont typeface="Arial" panose="020B0604020202020204" pitchFamily="34" charset="0"/>
              <a:buChar char="•"/>
            </a:pPr>
            <a:r>
              <a:rPr lang="ar-SA" sz="2000" b="1" dirty="0"/>
              <a:t>خطوات الحذف:</a:t>
            </a:r>
            <a:endParaRPr lang="ar-SA" sz="2000" dirty="0"/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البحث عن العقدة المراد حذفها.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إذا كانت العقدة تحتوي على عقدتين فرعيتين، ابحث عن القيمة الصغرى في الفرع الأيمن.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استبدل قيمة العقدة بالقيمة الصغرى.</a:t>
            </a:r>
          </a:p>
          <a:p>
            <a:pPr marL="742950" lvl="1" indent="-285750" algn="r" rtl="1">
              <a:buFont typeface="Arial" panose="020B0604020202020204" pitchFamily="34" charset="0"/>
              <a:buChar char="•"/>
            </a:pPr>
            <a:r>
              <a:rPr lang="ar-SA" sz="2000" dirty="0"/>
              <a:t>احذف العقدة الصغرى.</a:t>
            </a:r>
          </a:p>
          <a:p>
            <a:pPr algn="r" rtl="1"/>
            <a:endParaRPr lang="en-CA" sz="2000" dirty="0"/>
          </a:p>
        </p:txBody>
      </p:sp>
      <p:pic>
        <p:nvPicPr>
          <p:cNvPr id="5" name="Picture 4" descr="A computer screen shot of code&#10;&#10;Description automatically generated">
            <a:extLst>
              <a:ext uri="{FF2B5EF4-FFF2-40B4-BE49-F238E27FC236}">
                <a16:creationId xmlns:a16="http://schemas.microsoft.com/office/drawing/2014/main" id="{49545970-D7FF-EBE2-1143-420CEDC5BB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96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1B72E55-19BD-2DDA-FB58-509B6A145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2666" y="5368048"/>
            <a:ext cx="448733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ar-SA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شر</a:t>
            </a:r>
            <a:r>
              <a:rPr kumimoji="0" lang="ar-SA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ح المثال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الدالة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deleteNode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تبحث عن العقدة المراد حذفها. إذا كانت العقدة تحتوي على عقدتين فرعيتين، يتم إيجاد القيمة الصغرى في الفرع الأيمن واستبدالها بالعقدة المراد حذفها، ثم يتم حذف العقدة الصغرى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الدالة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minValueNode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ar-SA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تساعد في إيجاد القيمة الصغرى في الشجرة الفرعية</a:t>
            </a:r>
            <a:r>
              <a:rPr kumimoji="0" lang="en-US" altLang="en-US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202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2116753"/>
            <a:ext cx="4088106" cy="2781653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0C64D-FBB5-DB59-FB45-C6578E15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95426"/>
            <a:ext cx="3220880" cy="4024310"/>
          </a:xfrm>
        </p:spPr>
        <p:txBody>
          <a:bodyPr>
            <a:normAutofit/>
          </a:bodyPr>
          <a:lstStyle/>
          <a:p>
            <a:r>
              <a:rPr lang="ar-SA" sz="3600" b="1"/>
              <a:t>أمثلة وتطبيقات</a:t>
            </a:r>
            <a:br>
              <a:rPr lang="ar-SA" sz="3600" b="1"/>
            </a:br>
            <a:endParaRPr lang="en-CA" sz="360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56858FC-5CA4-A3F1-52B7-7DC0684D59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1052631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633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EC393DE-1394-4E5E-8479-8B46B8EE7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3334BC-A5C9-4E98-B2FE-3FB7AD4D0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1113B-EA35-1CC8-A322-AE71EA30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200400" cy="5431376"/>
          </a:xfrm>
        </p:spPr>
        <p:txBody>
          <a:bodyPr>
            <a:normAutofit/>
          </a:bodyPr>
          <a:lstStyle/>
          <a:p>
            <a:r>
              <a:rPr lang="ar-SA" b="1">
                <a:solidFill>
                  <a:schemeClr val="accent1"/>
                </a:solidFill>
              </a:rPr>
              <a:t>مزايا وعيوب</a:t>
            </a:r>
            <a:br>
              <a:rPr lang="ar-SA" b="1">
                <a:solidFill>
                  <a:schemeClr val="accent1"/>
                </a:solidFill>
              </a:rPr>
            </a:br>
            <a:endParaRPr lang="en-CA">
              <a:solidFill>
                <a:schemeClr val="accent1"/>
              </a:solidFill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F7BB91D9-FCCF-4464-A06C-903EF4F37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44081" y="-3482"/>
            <a:ext cx="8047921" cy="6861482"/>
          </a:xfrm>
          <a:custGeom>
            <a:avLst/>
            <a:gdLst>
              <a:gd name="connsiteX0" fmla="*/ 58769 w 8047921"/>
              <a:gd name="connsiteY0" fmla="*/ 4239616 h 6861482"/>
              <a:gd name="connsiteX1" fmla="*/ 58894 w 8047921"/>
              <a:gd name="connsiteY1" fmla="*/ 4240495 h 6861482"/>
              <a:gd name="connsiteX2" fmla="*/ 59045 w 8047921"/>
              <a:gd name="connsiteY2" fmla="*/ 4241609 h 6861482"/>
              <a:gd name="connsiteX3" fmla="*/ 527473 w 8047921"/>
              <a:gd name="connsiteY3" fmla="*/ 0 h 6861482"/>
              <a:gd name="connsiteX4" fmla="*/ 8047921 w 8047921"/>
              <a:gd name="connsiteY4" fmla="*/ 0 h 6861482"/>
              <a:gd name="connsiteX5" fmla="*/ 8047921 w 8047921"/>
              <a:gd name="connsiteY5" fmla="*/ 6861482 h 6861482"/>
              <a:gd name="connsiteX6" fmla="*/ 1319860 w 8047921"/>
              <a:gd name="connsiteY6" fmla="*/ 6861482 h 6861482"/>
              <a:gd name="connsiteX7" fmla="*/ 1297994 w 8047921"/>
              <a:gd name="connsiteY7" fmla="*/ 6831011 h 6861482"/>
              <a:gd name="connsiteX8" fmla="*/ 1024504 w 8047921"/>
              <a:gd name="connsiteY8" fmla="*/ 6405892 h 6861482"/>
              <a:gd name="connsiteX9" fmla="*/ 843366 w 8047921"/>
              <a:gd name="connsiteY9" fmla="*/ 6082357 h 6861482"/>
              <a:gd name="connsiteX10" fmla="*/ 690198 w 8047921"/>
              <a:gd name="connsiteY10" fmla="*/ 5793573 h 6861482"/>
              <a:gd name="connsiteX11" fmla="*/ 777021 w 8047921"/>
              <a:gd name="connsiteY11" fmla="*/ 5729320 h 6861482"/>
              <a:gd name="connsiteX12" fmla="*/ 670606 w 8047921"/>
              <a:gd name="connsiteY12" fmla="*/ 5463560 h 6861482"/>
              <a:gd name="connsiteX13" fmla="*/ 332307 w 8047921"/>
              <a:gd name="connsiteY13" fmla="*/ 4640688 h 6861482"/>
              <a:gd name="connsiteX14" fmla="*/ 178764 w 8047921"/>
              <a:gd name="connsiteY14" fmla="*/ 4440302 h 6861482"/>
              <a:gd name="connsiteX15" fmla="*/ 102405 w 8047921"/>
              <a:gd name="connsiteY15" fmla="*/ 4371063 h 6861482"/>
              <a:gd name="connsiteX16" fmla="*/ 82464 w 8047921"/>
              <a:gd name="connsiteY16" fmla="*/ 4327380 h 6861482"/>
              <a:gd name="connsiteX17" fmla="*/ 72595 w 8047921"/>
              <a:gd name="connsiteY17" fmla="*/ 4327380 h 6861482"/>
              <a:gd name="connsiteX18" fmla="*/ 71105 w 8047921"/>
              <a:gd name="connsiteY18" fmla="*/ 4319440 h 6861482"/>
              <a:gd name="connsiteX19" fmla="*/ 63234 w 8047921"/>
              <a:gd name="connsiteY19" fmla="*/ 4265601 h 6861482"/>
              <a:gd name="connsiteX20" fmla="*/ 58391 w 8047921"/>
              <a:gd name="connsiteY20" fmla="*/ 4236887 h 6861482"/>
              <a:gd name="connsiteX21" fmla="*/ 58769 w 8047921"/>
              <a:gd name="connsiteY21" fmla="*/ 4239616 h 6861482"/>
              <a:gd name="connsiteX22" fmla="*/ 57161 w 8047921"/>
              <a:gd name="connsiteY22" fmla="*/ 4228245 h 6861482"/>
              <a:gd name="connsiteX23" fmla="*/ 55444 w 8047921"/>
              <a:gd name="connsiteY23" fmla="*/ 4216187 h 6861482"/>
              <a:gd name="connsiteX24" fmla="*/ 57173 w 8047921"/>
              <a:gd name="connsiteY24" fmla="*/ 4216187 h 6861482"/>
              <a:gd name="connsiteX25" fmla="*/ 46978 w 8047921"/>
              <a:gd name="connsiteY25" fmla="*/ 4153970 h 6861482"/>
              <a:gd name="connsiteX26" fmla="*/ 23198 w 8047921"/>
              <a:gd name="connsiteY26" fmla="*/ 4042035 h 6861482"/>
              <a:gd name="connsiteX27" fmla="*/ 12577 w 8047921"/>
              <a:gd name="connsiteY27" fmla="*/ 4017890 h 6861482"/>
              <a:gd name="connsiteX28" fmla="*/ 144506 w 8047921"/>
              <a:gd name="connsiteY28" fmla="*/ 3860429 h 6861482"/>
              <a:gd name="connsiteX29" fmla="*/ 22695 w 8047921"/>
              <a:gd name="connsiteY29" fmla="*/ 3800021 h 6861482"/>
              <a:gd name="connsiteX30" fmla="*/ 24220 w 8047921"/>
              <a:gd name="connsiteY30" fmla="*/ 3771718 h 6861482"/>
              <a:gd name="connsiteX31" fmla="*/ 27584 w 8047921"/>
              <a:gd name="connsiteY31" fmla="*/ 3757935 h 6861482"/>
              <a:gd name="connsiteX32" fmla="*/ 33375 w 8047921"/>
              <a:gd name="connsiteY32" fmla="*/ 3747325 h 6861482"/>
              <a:gd name="connsiteX33" fmla="*/ 77078 w 8047921"/>
              <a:gd name="connsiteY33" fmla="*/ 3705028 h 6861482"/>
              <a:gd name="connsiteX34" fmla="*/ 31331 w 8047921"/>
              <a:gd name="connsiteY34" fmla="*/ 3445525 h 6861482"/>
              <a:gd name="connsiteX35" fmla="*/ 3341 w 8047921"/>
              <a:gd name="connsiteY35" fmla="*/ 3405686 h 6861482"/>
              <a:gd name="connsiteX36" fmla="*/ 0 w 8047921"/>
              <a:gd name="connsiteY36" fmla="*/ 3393684 h 6861482"/>
              <a:gd name="connsiteX37" fmla="*/ 5588 w 8047921"/>
              <a:gd name="connsiteY37" fmla="*/ 3363918 h 6861482"/>
              <a:gd name="connsiteX38" fmla="*/ 28563 w 8047921"/>
              <a:gd name="connsiteY38" fmla="*/ 3279721 h 6861482"/>
              <a:gd name="connsiteX39" fmla="*/ 31618 w 8047921"/>
              <a:gd name="connsiteY39" fmla="*/ 3274732 h 6861482"/>
              <a:gd name="connsiteX40" fmla="*/ 54143 w 8047921"/>
              <a:gd name="connsiteY40" fmla="*/ 3204655 h 6861482"/>
              <a:gd name="connsiteX41" fmla="*/ 54066 w 8047921"/>
              <a:gd name="connsiteY41" fmla="*/ 3198166 h 6861482"/>
              <a:gd name="connsiteX42" fmla="*/ 59893 w 8047921"/>
              <a:gd name="connsiteY42" fmla="*/ 3181568 h 6861482"/>
              <a:gd name="connsiteX43" fmla="*/ 182871 w 8047921"/>
              <a:gd name="connsiteY43" fmla="*/ 3024678 h 6861482"/>
              <a:gd name="connsiteX44" fmla="*/ 305944 w 8047921"/>
              <a:gd name="connsiteY44" fmla="*/ 2810127 h 6861482"/>
              <a:gd name="connsiteX45" fmla="*/ 326259 w 8047921"/>
              <a:gd name="connsiteY45" fmla="*/ 2596949 h 6861482"/>
              <a:gd name="connsiteX46" fmla="*/ 556280 w 8047921"/>
              <a:gd name="connsiteY46" fmla="*/ 2524080 h 6861482"/>
              <a:gd name="connsiteX47" fmla="*/ 358274 w 8047921"/>
              <a:gd name="connsiteY47" fmla="*/ 2014028 h 6861482"/>
              <a:gd name="connsiteX48" fmla="*/ 340119 w 8047921"/>
              <a:gd name="connsiteY48" fmla="*/ 1914129 h 6861482"/>
              <a:gd name="connsiteX49" fmla="*/ 478258 w 8047921"/>
              <a:gd name="connsiteY49" fmla="*/ 1606217 h 6861482"/>
              <a:gd name="connsiteX50" fmla="*/ 500664 w 8047921"/>
              <a:gd name="connsiteY50" fmla="*/ 1556554 h 6861482"/>
              <a:gd name="connsiteX51" fmla="*/ 551219 w 8047921"/>
              <a:gd name="connsiteY51" fmla="*/ 1459414 h 6861482"/>
              <a:gd name="connsiteX52" fmla="*/ 687152 w 8047921"/>
              <a:gd name="connsiteY52" fmla="*/ 1466109 h 6861482"/>
              <a:gd name="connsiteX53" fmla="*/ 619370 w 8047921"/>
              <a:gd name="connsiteY53" fmla="*/ 1372761 h 6861482"/>
              <a:gd name="connsiteX54" fmla="*/ 491520 w 8047921"/>
              <a:gd name="connsiteY54" fmla="*/ 1080052 h 6861482"/>
              <a:gd name="connsiteX55" fmla="*/ 589761 w 8047921"/>
              <a:gd name="connsiteY55" fmla="*/ 854014 h 6861482"/>
              <a:gd name="connsiteX56" fmla="*/ 617929 w 8047921"/>
              <a:gd name="connsiteY56" fmla="*/ 821285 h 6861482"/>
              <a:gd name="connsiteX57" fmla="*/ 583503 w 8047921"/>
              <a:gd name="connsiteY57" fmla="*/ 760897 h 6861482"/>
              <a:gd name="connsiteX58" fmla="*/ 515241 w 8047921"/>
              <a:gd name="connsiteY58" fmla="*/ 560313 h 6861482"/>
              <a:gd name="connsiteX59" fmla="*/ 480798 w 8047921"/>
              <a:gd name="connsiteY59" fmla="*/ 423850 h 6861482"/>
              <a:gd name="connsiteX60" fmla="*/ 436755 w 8047921"/>
              <a:gd name="connsiteY60" fmla="*/ 361124 h 6861482"/>
              <a:gd name="connsiteX61" fmla="*/ 428051 w 8047921"/>
              <a:gd name="connsiteY61" fmla="*/ 314763 h 6861482"/>
              <a:gd name="connsiteX62" fmla="*/ 457954 w 8047921"/>
              <a:gd name="connsiteY62" fmla="*/ 104693 h 6861482"/>
              <a:gd name="connsiteX63" fmla="*/ 472694 w 8047921"/>
              <a:gd name="connsiteY63" fmla="*/ 52392 h 6861482"/>
              <a:gd name="connsiteX64" fmla="*/ 512572 w 8047921"/>
              <a:gd name="connsiteY64" fmla="*/ 23688 h 686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8047921" h="6861482">
                <a:moveTo>
                  <a:pt x="58769" y="4239616"/>
                </a:moveTo>
                <a:lnTo>
                  <a:pt x="58894" y="4240495"/>
                </a:lnTo>
                <a:cubicBezTo>
                  <a:pt x="59164" y="4242428"/>
                  <a:pt x="59171" y="4242505"/>
                  <a:pt x="59045" y="4241609"/>
                </a:cubicBezTo>
                <a:close/>
                <a:moveTo>
                  <a:pt x="527473" y="0"/>
                </a:moveTo>
                <a:lnTo>
                  <a:pt x="8047921" y="0"/>
                </a:lnTo>
                <a:lnTo>
                  <a:pt x="8047921" y="6861482"/>
                </a:lnTo>
                <a:lnTo>
                  <a:pt x="1319860" y="6861482"/>
                </a:lnTo>
                <a:lnTo>
                  <a:pt x="1297994" y="6831011"/>
                </a:lnTo>
                <a:cubicBezTo>
                  <a:pt x="1121436" y="6580901"/>
                  <a:pt x="1026069" y="6413841"/>
                  <a:pt x="1024504" y="6405892"/>
                </a:cubicBezTo>
                <a:cubicBezTo>
                  <a:pt x="995790" y="6256850"/>
                  <a:pt x="915502" y="6175982"/>
                  <a:pt x="843366" y="6082357"/>
                </a:cubicBezTo>
                <a:cubicBezTo>
                  <a:pt x="780556" y="6000311"/>
                  <a:pt x="713540" y="5913360"/>
                  <a:pt x="690198" y="5793573"/>
                </a:cubicBezTo>
                <a:cubicBezTo>
                  <a:pt x="659374" y="5634705"/>
                  <a:pt x="756440" y="5782527"/>
                  <a:pt x="777021" y="5729320"/>
                </a:cubicBezTo>
                <a:cubicBezTo>
                  <a:pt x="741019" y="5642157"/>
                  <a:pt x="683667" y="5556007"/>
                  <a:pt x="670606" y="5463560"/>
                </a:cubicBezTo>
                <a:cubicBezTo>
                  <a:pt x="624014" y="5129308"/>
                  <a:pt x="509280" y="4866180"/>
                  <a:pt x="332307" y="4640688"/>
                </a:cubicBezTo>
                <a:cubicBezTo>
                  <a:pt x="281557" y="4575550"/>
                  <a:pt x="249914" y="4473150"/>
                  <a:pt x="178764" y="4440302"/>
                </a:cubicBezTo>
                <a:cubicBezTo>
                  <a:pt x="144180" y="4424583"/>
                  <a:pt x="119969" y="4400506"/>
                  <a:pt x="102405" y="4371063"/>
                </a:cubicBezTo>
                <a:lnTo>
                  <a:pt x="82464" y="4327380"/>
                </a:lnTo>
                <a:lnTo>
                  <a:pt x="72595" y="4327380"/>
                </a:lnTo>
                <a:lnTo>
                  <a:pt x="71105" y="4319440"/>
                </a:lnTo>
                <a:cubicBezTo>
                  <a:pt x="68098" y="4300784"/>
                  <a:pt x="63569" y="4267782"/>
                  <a:pt x="63234" y="4265601"/>
                </a:cubicBezTo>
                <a:cubicBezTo>
                  <a:pt x="56185" y="4219786"/>
                  <a:pt x="57328" y="4229054"/>
                  <a:pt x="58391" y="4236887"/>
                </a:cubicBezTo>
                <a:lnTo>
                  <a:pt x="58769" y="4239616"/>
                </a:lnTo>
                <a:lnTo>
                  <a:pt x="57161" y="4228245"/>
                </a:lnTo>
                <a:lnTo>
                  <a:pt x="55444" y="4216187"/>
                </a:lnTo>
                <a:lnTo>
                  <a:pt x="57173" y="4216187"/>
                </a:lnTo>
                <a:lnTo>
                  <a:pt x="46978" y="4153970"/>
                </a:lnTo>
                <a:cubicBezTo>
                  <a:pt x="41098" y="4115040"/>
                  <a:pt x="34414" y="4076730"/>
                  <a:pt x="23198" y="4042035"/>
                </a:cubicBezTo>
                <a:lnTo>
                  <a:pt x="12577" y="4017890"/>
                </a:lnTo>
                <a:lnTo>
                  <a:pt x="144506" y="3860429"/>
                </a:lnTo>
                <a:cubicBezTo>
                  <a:pt x="103351" y="3777846"/>
                  <a:pt x="58276" y="3834526"/>
                  <a:pt x="22695" y="3800021"/>
                </a:cubicBezTo>
                <a:cubicBezTo>
                  <a:pt x="23786" y="3791627"/>
                  <a:pt x="23716" y="3781009"/>
                  <a:pt x="24220" y="3771718"/>
                </a:cubicBezTo>
                <a:lnTo>
                  <a:pt x="27584" y="3757935"/>
                </a:lnTo>
                <a:lnTo>
                  <a:pt x="33375" y="3747325"/>
                </a:lnTo>
                <a:lnTo>
                  <a:pt x="77078" y="3705028"/>
                </a:lnTo>
                <a:cubicBezTo>
                  <a:pt x="173055" y="3608961"/>
                  <a:pt x="158512" y="3588143"/>
                  <a:pt x="31331" y="3445525"/>
                </a:cubicBezTo>
                <a:cubicBezTo>
                  <a:pt x="18649" y="3431228"/>
                  <a:pt x="9488" y="3418102"/>
                  <a:pt x="3341" y="3405686"/>
                </a:cubicBezTo>
                <a:lnTo>
                  <a:pt x="0" y="3393684"/>
                </a:lnTo>
                <a:lnTo>
                  <a:pt x="5588" y="3363918"/>
                </a:lnTo>
                <a:lnTo>
                  <a:pt x="28563" y="3279721"/>
                </a:lnTo>
                <a:lnTo>
                  <a:pt x="31618" y="3274732"/>
                </a:lnTo>
                <a:cubicBezTo>
                  <a:pt x="41998" y="3256804"/>
                  <a:pt x="51127" y="3236251"/>
                  <a:pt x="54143" y="3204655"/>
                </a:cubicBezTo>
                <a:lnTo>
                  <a:pt x="54066" y="3198166"/>
                </a:lnTo>
                <a:lnTo>
                  <a:pt x="59893" y="3181568"/>
                </a:lnTo>
                <a:cubicBezTo>
                  <a:pt x="95562" y="3088781"/>
                  <a:pt x="138958" y="3020054"/>
                  <a:pt x="182871" y="3024678"/>
                </a:cubicBezTo>
                <a:cubicBezTo>
                  <a:pt x="138662" y="2798901"/>
                  <a:pt x="138662" y="2798901"/>
                  <a:pt x="305944" y="2810127"/>
                </a:cubicBezTo>
                <a:cubicBezTo>
                  <a:pt x="246290" y="2658988"/>
                  <a:pt x="247386" y="2624324"/>
                  <a:pt x="326259" y="2596949"/>
                </a:cubicBezTo>
                <a:cubicBezTo>
                  <a:pt x="402195" y="2570407"/>
                  <a:pt x="485357" y="2575904"/>
                  <a:pt x="556280" y="2524080"/>
                </a:cubicBezTo>
                <a:cubicBezTo>
                  <a:pt x="498302" y="2335317"/>
                  <a:pt x="486850" y="2130710"/>
                  <a:pt x="358274" y="2014028"/>
                </a:cubicBezTo>
                <a:cubicBezTo>
                  <a:pt x="338015" y="1995898"/>
                  <a:pt x="325730" y="1940125"/>
                  <a:pt x="340119" y="1914129"/>
                </a:cubicBezTo>
                <a:cubicBezTo>
                  <a:pt x="391157" y="1817105"/>
                  <a:pt x="329468" y="1592503"/>
                  <a:pt x="478258" y="1606217"/>
                </a:cubicBezTo>
                <a:cubicBezTo>
                  <a:pt x="496627" y="1607581"/>
                  <a:pt x="514137" y="1590108"/>
                  <a:pt x="500664" y="1556554"/>
                </a:cubicBezTo>
                <a:cubicBezTo>
                  <a:pt x="454384" y="1442049"/>
                  <a:pt x="514266" y="1463610"/>
                  <a:pt x="551219" y="1459414"/>
                </a:cubicBezTo>
                <a:cubicBezTo>
                  <a:pt x="595940" y="1454776"/>
                  <a:pt x="644530" y="1511622"/>
                  <a:pt x="687152" y="1466109"/>
                </a:cubicBezTo>
                <a:cubicBezTo>
                  <a:pt x="679388" y="1405223"/>
                  <a:pt x="643786" y="1397333"/>
                  <a:pt x="619370" y="1372761"/>
                </a:cubicBezTo>
                <a:cubicBezTo>
                  <a:pt x="548020" y="1300280"/>
                  <a:pt x="490448" y="1221065"/>
                  <a:pt x="491520" y="1080052"/>
                </a:cubicBezTo>
                <a:cubicBezTo>
                  <a:pt x="492222" y="966113"/>
                  <a:pt x="487698" y="864105"/>
                  <a:pt x="589761" y="854014"/>
                </a:cubicBezTo>
                <a:cubicBezTo>
                  <a:pt x="605798" y="852486"/>
                  <a:pt x="614435" y="839840"/>
                  <a:pt x="617929" y="821285"/>
                </a:cubicBezTo>
                <a:cubicBezTo>
                  <a:pt x="606975" y="799992"/>
                  <a:pt x="596528" y="778040"/>
                  <a:pt x="583503" y="760897"/>
                </a:cubicBezTo>
                <a:cubicBezTo>
                  <a:pt x="539748" y="704450"/>
                  <a:pt x="526482" y="633687"/>
                  <a:pt x="515241" y="560313"/>
                </a:cubicBezTo>
                <a:cubicBezTo>
                  <a:pt x="508001" y="513531"/>
                  <a:pt x="499292" y="467166"/>
                  <a:pt x="480798" y="423850"/>
                </a:cubicBezTo>
                <a:cubicBezTo>
                  <a:pt x="469533" y="397046"/>
                  <a:pt x="455191" y="375704"/>
                  <a:pt x="436755" y="361124"/>
                </a:cubicBezTo>
                <a:cubicBezTo>
                  <a:pt x="420701" y="347903"/>
                  <a:pt x="416284" y="334407"/>
                  <a:pt x="428051" y="314763"/>
                </a:cubicBezTo>
                <a:cubicBezTo>
                  <a:pt x="461326" y="258432"/>
                  <a:pt x="476043" y="191375"/>
                  <a:pt x="457954" y="104693"/>
                </a:cubicBezTo>
                <a:cubicBezTo>
                  <a:pt x="452484" y="78523"/>
                  <a:pt x="457495" y="58007"/>
                  <a:pt x="472694" y="52392"/>
                </a:cubicBezTo>
                <a:cubicBezTo>
                  <a:pt x="488509" y="46345"/>
                  <a:pt x="501512" y="36363"/>
                  <a:pt x="512572" y="2368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018E7F6-0DEE-9CFB-906B-E8AE73834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714481"/>
              </p:ext>
            </p:extLst>
          </p:nvPr>
        </p:nvGraphicFramePr>
        <p:xfrm>
          <a:off x="5550568" y="713312"/>
          <a:ext cx="5803231" cy="5494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3861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796BF-9328-A4D7-5EF2-B773B76A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ar-SA" b="1" dirty="0"/>
              <a:t>الملخص</a:t>
            </a:r>
            <a:br>
              <a:rPr lang="ar-SA" b="1" dirty="0"/>
            </a:br>
            <a:endParaRPr lang="en-C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085C56-8715-C731-775E-021DE6C8F0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7326152"/>
              </p:ext>
            </p:extLst>
          </p:nvPr>
        </p:nvGraphicFramePr>
        <p:xfrm>
          <a:off x="838200" y="2011363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109233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RedOrange">
      <a:dk1>
        <a:srgbClr val="000000"/>
      </a:dk1>
      <a:lt1>
        <a:srgbClr val="FFFFFF"/>
      </a:lt1>
      <a:dk2>
        <a:srgbClr val="292924"/>
      </a:dk2>
      <a:lt2>
        <a:srgbClr val="F5F4EE"/>
      </a:lt2>
      <a:accent1>
        <a:srgbClr val="E84C22"/>
      </a:accent1>
      <a:accent2>
        <a:srgbClr val="E79400"/>
      </a:accent2>
      <a:accent3>
        <a:srgbClr val="B64926"/>
      </a:accent3>
      <a:accent4>
        <a:srgbClr val="FF8427"/>
      </a:accent4>
      <a:accent5>
        <a:srgbClr val="CC9900"/>
      </a:accent5>
      <a:accent6>
        <a:srgbClr val="DF2F00"/>
      </a:accent6>
      <a:hlink>
        <a:srgbClr val="AA7F00"/>
      </a:hlink>
      <a:folHlink>
        <a:srgbClr val="6F6F9F"/>
      </a:folHlink>
    </a:clrScheme>
    <a:fontScheme name="Custom 3">
      <a:majorFont>
        <a:latin typeface="Elephant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597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Century Gothic</vt:lpstr>
      <vt:lpstr>Elephant</vt:lpstr>
      <vt:lpstr>BrushVTI</vt:lpstr>
      <vt:lpstr>الشجرة الثنائية للبحث</vt:lpstr>
      <vt:lpstr>جدول المحتويات </vt:lpstr>
      <vt:lpstr>مقدمة إلى الشجرة الثنائية للبحث </vt:lpstr>
      <vt:lpstr>خصائص الشجرة الثنائية للبحث </vt:lpstr>
      <vt:lpstr>العمليات الأساسية </vt:lpstr>
      <vt:lpstr>البحث (Search) </vt:lpstr>
      <vt:lpstr>حذف (Deletion) </vt:lpstr>
      <vt:lpstr>أمثلة وتطبيقات </vt:lpstr>
      <vt:lpstr>مزايا وعيوب </vt:lpstr>
      <vt:lpstr>الملخص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Hawedi</dc:creator>
  <cp:lastModifiedBy>Mohamed Hawedi</cp:lastModifiedBy>
  <cp:revision>14</cp:revision>
  <dcterms:created xsi:type="dcterms:W3CDTF">2024-07-21T10:35:39Z</dcterms:created>
  <dcterms:modified xsi:type="dcterms:W3CDTF">2024-07-21T11:09:57Z</dcterms:modified>
</cp:coreProperties>
</file>