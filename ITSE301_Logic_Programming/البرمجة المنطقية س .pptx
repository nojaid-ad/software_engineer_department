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84" r:id="rId1"/>
  </p:sldMasterIdLst>
  <p:notesMasterIdLst>
    <p:notesMasterId r:id="rId13"/>
  </p:notesMasterIdLst>
  <p:sldIdLst>
    <p:sldId id="257" r:id="rId2"/>
    <p:sldId id="259" r:id="rId3"/>
    <p:sldId id="269" r:id="rId4"/>
    <p:sldId id="272" r:id="rId5"/>
    <p:sldId id="274" r:id="rId6"/>
    <p:sldId id="260" r:id="rId7"/>
    <p:sldId id="263" r:id="rId8"/>
    <p:sldId id="279" r:id="rId9"/>
    <p:sldId id="280" r:id="rId10"/>
    <p:sldId id="276" r:id="rId11"/>
    <p:sldId id="277" r:id="rId12"/>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p:cViewPr varScale="1">
        <p:scale>
          <a:sx n="66" d="100"/>
          <a:sy n="66" d="100"/>
        </p:scale>
        <p:origin x="-149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8E2AE0-3CB5-4C8B-86C2-6B7BDAE9E6A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93857B0C-F590-4C0C-A5F6-7A068372A9F0}">
      <dgm:prSet phldrT="[Text]"/>
      <dgm:spPr/>
      <dgm:t>
        <a:bodyPr/>
        <a:lstStyle/>
        <a:p>
          <a:r>
            <a:rPr lang="en-US" b="0" dirty="0"/>
            <a:t>Objects</a:t>
          </a:r>
          <a:r>
            <a:rPr lang="en-US" b="1" dirty="0"/>
            <a:t> </a:t>
          </a:r>
          <a:endParaRPr lang="en-US" dirty="0"/>
        </a:p>
      </dgm:t>
    </dgm:pt>
    <dgm:pt modelId="{ED42023E-CE82-4B40-A21E-EC7E6A5AE4D7}" type="parTrans" cxnId="{C4599940-ECBE-46D6-B589-69AB1A88256E}">
      <dgm:prSet/>
      <dgm:spPr/>
      <dgm:t>
        <a:bodyPr/>
        <a:lstStyle/>
        <a:p>
          <a:endParaRPr lang="en-US"/>
        </a:p>
      </dgm:t>
    </dgm:pt>
    <dgm:pt modelId="{1C8F13A6-5D16-40AE-913D-938485E38357}" type="sibTrans" cxnId="{C4599940-ECBE-46D6-B589-69AB1A88256E}">
      <dgm:prSet/>
      <dgm:spPr/>
      <dgm:t>
        <a:bodyPr/>
        <a:lstStyle/>
        <a:p>
          <a:endParaRPr lang="en-US"/>
        </a:p>
      </dgm:t>
    </dgm:pt>
    <dgm:pt modelId="{309F7728-C4EE-4F46-A84B-96769D17C718}">
      <dgm:prSet phldrT="[Text]"/>
      <dgm:spPr/>
      <dgm:t>
        <a:bodyPr/>
        <a:lstStyle/>
        <a:p>
          <a:r>
            <a:rPr lang="en-US" dirty="0"/>
            <a:t>Values</a:t>
          </a:r>
        </a:p>
      </dgm:t>
    </dgm:pt>
    <dgm:pt modelId="{8F359407-4B02-4390-BC0F-EBA6B7A652A7}" type="parTrans" cxnId="{E8875A90-D2A3-4E5F-BEC2-1EA165404682}">
      <dgm:prSet/>
      <dgm:spPr/>
      <dgm:t>
        <a:bodyPr/>
        <a:lstStyle/>
        <a:p>
          <a:endParaRPr lang="en-US"/>
        </a:p>
      </dgm:t>
    </dgm:pt>
    <dgm:pt modelId="{A911A2CF-2A3A-4A8F-9021-D44386C7AB74}" type="sibTrans" cxnId="{E8875A90-D2A3-4E5F-BEC2-1EA165404682}">
      <dgm:prSet/>
      <dgm:spPr/>
      <dgm:t>
        <a:bodyPr/>
        <a:lstStyle/>
        <a:p>
          <a:endParaRPr lang="en-US"/>
        </a:p>
      </dgm:t>
    </dgm:pt>
    <dgm:pt modelId="{387EE082-314A-4C9E-B7B8-C455F2C83069}">
      <dgm:prSet phldrT="[Text]"/>
      <dgm:spPr/>
      <dgm:t>
        <a:bodyPr/>
        <a:lstStyle/>
        <a:p>
          <a:r>
            <a:rPr lang="en-US" dirty="0"/>
            <a:t>Simple </a:t>
          </a:r>
        </a:p>
      </dgm:t>
    </dgm:pt>
    <dgm:pt modelId="{085D27B7-FED8-464F-BC40-25919B7892D3}" type="parTrans" cxnId="{A3E52564-DBF2-4D65-9310-14E1C5C442DA}">
      <dgm:prSet/>
      <dgm:spPr/>
      <dgm:t>
        <a:bodyPr/>
        <a:lstStyle/>
        <a:p>
          <a:endParaRPr lang="en-US"/>
        </a:p>
      </dgm:t>
    </dgm:pt>
    <dgm:pt modelId="{91561546-DBF5-434C-A87A-A03FB5FD5ED7}" type="sibTrans" cxnId="{A3E52564-DBF2-4D65-9310-14E1C5C442DA}">
      <dgm:prSet/>
      <dgm:spPr/>
      <dgm:t>
        <a:bodyPr/>
        <a:lstStyle/>
        <a:p>
          <a:endParaRPr lang="en-US"/>
        </a:p>
      </dgm:t>
    </dgm:pt>
    <dgm:pt modelId="{93DDA560-BC47-45FA-96C7-A30838C517F8}">
      <dgm:prSet phldrT="[Text]"/>
      <dgm:spPr/>
      <dgm:t>
        <a:bodyPr/>
        <a:lstStyle/>
        <a:p>
          <a:r>
            <a:rPr lang="en-US" dirty="0"/>
            <a:t>Structured</a:t>
          </a:r>
        </a:p>
      </dgm:t>
    </dgm:pt>
    <dgm:pt modelId="{E486DDE1-991C-4908-A416-4715FB683460}" type="parTrans" cxnId="{6E0F48B7-468E-45B9-A430-D75C1E16CC8D}">
      <dgm:prSet/>
      <dgm:spPr/>
      <dgm:t>
        <a:bodyPr/>
        <a:lstStyle/>
        <a:p>
          <a:endParaRPr lang="en-US"/>
        </a:p>
      </dgm:t>
    </dgm:pt>
    <dgm:pt modelId="{7308092A-1726-425F-9B4D-676FDA77D272}" type="sibTrans" cxnId="{6E0F48B7-468E-45B9-A430-D75C1E16CC8D}">
      <dgm:prSet/>
      <dgm:spPr/>
      <dgm:t>
        <a:bodyPr/>
        <a:lstStyle/>
        <a:p>
          <a:endParaRPr lang="en-US"/>
        </a:p>
      </dgm:t>
    </dgm:pt>
    <dgm:pt modelId="{4833177E-F44D-4162-B76C-D897BA1116F1}">
      <dgm:prSet phldrT="[Text]"/>
      <dgm:spPr/>
      <dgm:t>
        <a:bodyPr/>
        <a:lstStyle/>
        <a:p>
          <a:r>
            <a:rPr lang="en-US" dirty="0"/>
            <a:t>Variables</a:t>
          </a:r>
        </a:p>
      </dgm:t>
    </dgm:pt>
    <dgm:pt modelId="{E49B4183-7982-4CA6-846D-17E0E75A721A}" type="parTrans" cxnId="{7BA82E52-D9D0-410E-A561-5D3DC2B466B0}">
      <dgm:prSet/>
      <dgm:spPr/>
      <dgm:t>
        <a:bodyPr/>
        <a:lstStyle/>
        <a:p>
          <a:endParaRPr lang="en-US"/>
        </a:p>
      </dgm:t>
    </dgm:pt>
    <dgm:pt modelId="{E5051FAC-E27D-43BF-BCB6-AE0F02837837}" type="sibTrans" cxnId="{7BA82E52-D9D0-410E-A561-5D3DC2B466B0}">
      <dgm:prSet/>
      <dgm:spPr/>
      <dgm:t>
        <a:bodyPr/>
        <a:lstStyle/>
        <a:p>
          <a:endParaRPr lang="en-US"/>
        </a:p>
      </dgm:t>
    </dgm:pt>
    <dgm:pt modelId="{A903BFA3-52C5-412D-BE81-022EBD027889}">
      <dgm:prSet phldrT="[Text]"/>
      <dgm:spPr/>
      <dgm:t>
        <a:bodyPr/>
        <a:lstStyle/>
        <a:p>
          <a:r>
            <a:rPr lang="en-US" dirty="0"/>
            <a:t>Free </a:t>
          </a:r>
        </a:p>
      </dgm:t>
    </dgm:pt>
    <dgm:pt modelId="{6559730D-698D-4FAE-B242-BB6AFADFFF85}" type="parTrans" cxnId="{52DCBB47-E358-480D-B7B1-768EB76D19CE}">
      <dgm:prSet/>
      <dgm:spPr/>
      <dgm:t>
        <a:bodyPr/>
        <a:lstStyle/>
        <a:p>
          <a:endParaRPr lang="en-US"/>
        </a:p>
      </dgm:t>
    </dgm:pt>
    <dgm:pt modelId="{1C2B0FC4-6AEF-4A9B-A393-11D9F92033F6}" type="sibTrans" cxnId="{52DCBB47-E358-480D-B7B1-768EB76D19CE}">
      <dgm:prSet/>
      <dgm:spPr/>
      <dgm:t>
        <a:bodyPr/>
        <a:lstStyle/>
        <a:p>
          <a:endParaRPr lang="en-US"/>
        </a:p>
      </dgm:t>
    </dgm:pt>
    <dgm:pt modelId="{72840136-21D9-4316-8680-0D2F065BB2A9}">
      <dgm:prSet/>
      <dgm:spPr/>
      <dgm:t>
        <a:bodyPr/>
        <a:lstStyle/>
        <a:p>
          <a:r>
            <a:rPr lang="en-US" dirty="0"/>
            <a:t>Bound</a:t>
          </a:r>
        </a:p>
      </dgm:t>
    </dgm:pt>
    <dgm:pt modelId="{B7F2DB72-2302-4865-B77A-88BBEA0E2D77}" type="parTrans" cxnId="{9EE9F8D1-2B64-45B5-A1ED-A334A758CB81}">
      <dgm:prSet/>
      <dgm:spPr/>
      <dgm:t>
        <a:bodyPr/>
        <a:lstStyle/>
        <a:p>
          <a:endParaRPr lang="en-US"/>
        </a:p>
      </dgm:t>
    </dgm:pt>
    <dgm:pt modelId="{9E7B4AE7-5B87-453C-9950-9BB6DB667723}" type="sibTrans" cxnId="{9EE9F8D1-2B64-45B5-A1ED-A334A758CB81}">
      <dgm:prSet/>
      <dgm:spPr/>
      <dgm:t>
        <a:bodyPr/>
        <a:lstStyle/>
        <a:p>
          <a:endParaRPr lang="en-US"/>
        </a:p>
      </dgm:t>
    </dgm:pt>
    <dgm:pt modelId="{9A679833-FA10-455A-B70F-52FC17F9D759}" type="pres">
      <dgm:prSet presAssocID="{E58E2AE0-3CB5-4C8B-86C2-6B7BDAE9E6A5}" presName="hierChild1" presStyleCnt="0">
        <dgm:presLayoutVars>
          <dgm:chPref val="1"/>
          <dgm:dir/>
          <dgm:animOne val="branch"/>
          <dgm:animLvl val="lvl"/>
          <dgm:resizeHandles/>
        </dgm:presLayoutVars>
      </dgm:prSet>
      <dgm:spPr/>
      <dgm:t>
        <a:bodyPr/>
        <a:lstStyle/>
        <a:p>
          <a:pPr rtl="1"/>
          <a:endParaRPr lang="ar-SA"/>
        </a:p>
      </dgm:t>
    </dgm:pt>
    <dgm:pt modelId="{6A5F0755-757F-483E-9D43-D9BCB0464FC8}" type="pres">
      <dgm:prSet presAssocID="{93857B0C-F590-4C0C-A5F6-7A068372A9F0}" presName="hierRoot1" presStyleCnt="0"/>
      <dgm:spPr/>
    </dgm:pt>
    <dgm:pt modelId="{8926C582-B7F9-4F86-81CF-1D778087C999}" type="pres">
      <dgm:prSet presAssocID="{93857B0C-F590-4C0C-A5F6-7A068372A9F0}" presName="composite" presStyleCnt="0"/>
      <dgm:spPr/>
    </dgm:pt>
    <dgm:pt modelId="{63BBEA66-C0E0-4339-81EA-A39D75EBF5EC}" type="pres">
      <dgm:prSet presAssocID="{93857B0C-F590-4C0C-A5F6-7A068372A9F0}" presName="background" presStyleLbl="node0" presStyleIdx="0" presStyleCnt="1"/>
      <dgm:spPr/>
    </dgm:pt>
    <dgm:pt modelId="{4EE54741-81E0-474E-89F1-C160D1854963}" type="pres">
      <dgm:prSet presAssocID="{93857B0C-F590-4C0C-A5F6-7A068372A9F0}" presName="text" presStyleLbl="fgAcc0" presStyleIdx="0" presStyleCnt="1">
        <dgm:presLayoutVars>
          <dgm:chPref val="3"/>
        </dgm:presLayoutVars>
      </dgm:prSet>
      <dgm:spPr/>
      <dgm:t>
        <a:bodyPr/>
        <a:lstStyle/>
        <a:p>
          <a:pPr rtl="1"/>
          <a:endParaRPr lang="ar-SA"/>
        </a:p>
      </dgm:t>
    </dgm:pt>
    <dgm:pt modelId="{3C018F60-9ACE-440B-810E-99134FB07AEE}" type="pres">
      <dgm:prSet presAssocID="{93857B0C-F590-4C0C-A5F6-7A068372A9F0}" presName="hierChild2" presStyleCnt="0"/>
      <dgm:spPr/>
    </dgm:pt>
    <dgm:pt modelId="{592266C1-0697-4ABD-AA74-40B98D712562}" type="pres">
      <dgm:prSet presAssocID="{8F359407-4B02-4390-BC0F-EBA6B7A652A7}" presName="Name10" presStyleLbl="parChTrans1D2" presStyleIdx="0" presStyleCnt="2"/>
      <dgm:spPr/>
      <dgm:t>
        <a:bodyPr/>
        <a:lstStyle/>
        <a:p>
          <a:pPr rtl="1"/>
          <a:endParaRPr lang="ar-SA"/>
        </a:p>
      </dgm:t>
    </dgm:pt>
    <dgm:pt modelId="{A6967345-21CA-495C-BB17-6F2C3A1C1358}" type="pres">
      <dgm:prSet presAssocID="{309F7728-C4EE-4F46-A84B-96769D17C718}" presName="hierRoot2" presStyleCnt="0"/>
      <dgm:spPr/>
    </dgm:pt>
    <dgm:pt modelId="{C5A02BEF-B3ED-4B9A-B980-8C47A447A938}" type="pres">
      <dgm:prSet presAssocID="{309F7728-C4EE-4F46-A84B-96769D17C718}" presName="composite2" presStyleCnt="0"/>
      <dgm:spPr/>
    </dgm:pt>
    <dgm:pt modelId="{0662154B-3AA7-44BF-A01B-78315060556C}" type="pres">
      <dgm:prSet presAssocID="{309F7728-C4EE-4F46-A84B-96769D17C718}" presName="background2" presStyleLbl="node2" presStyleIdx="0" presStyleCnt="2"/>
      <dgm:spPr/>
    </dgm:pt>
    <dgm:pt modelId="{EE583D0C-448B-4650-9887-3E3035A1F3E7}" type="pres">
      <dgm:prSet presAssocID="{309F7728-C4EE-4F46-A84B-96769D17C718}" presName="text2" presStyleLbl="fgAcc2" presStyleIdx="0" presStyleCnt="2" custLinFactNeighborX="-66124">
        <dgm:presLayoutVars>
          <dgm:chPref val="3"/>
        </dgm:presLayoutVars>
      </dgm:prSet>
      <dgm:spPr/>
      <dgm:t>
        <a:bodyPr/>
        <a:lstStyle/>
        <a:p>
          <a:pPr rtl="1"/>
          <a:endParaRPr lang="ar-SA"/>
        </a:p>
      </dgm:t>
    </dgm:pt>
    <dgm:pt modelId="{5BEA850E-0E07-4E3C-AD25-4EC914712191}" type="pres">
      <dgm:prSet presAssocID="{309F7728-C4EE-4F46-A84B-96769D17C718}" presName="hierChild3" presStyleCnt="0"/>
      <dgm:spPr/>
    </dgm:pt>
    <dgm:pt modelId="{D6A94AFB-9535-47FA-8B9A-46E45B196A00}" type="pres">
      <dgm:prSet presAssocID="{085D27B7-FED8-464F-BC40-25919B7892D3}" presName="Name17" presStyleLbl="parChTrans1D3" presStyleIdx="0" presStyleCnt="4"/>
      <dgm:spPr/>
      <dgm:t>
        <a:bodyPr/>
        <a:lstStyle/>
        <a:p>
          <a:pPr rtl="1"/>
          <a:endParaRPr lang="ar-SA"/>
        </a:p>
      </dgm:t>
    </dgm:pt>
    <dgm:pt modelId="{9F06214F-46AC-4311-BE61-D5ED8768F58A}" type="pres">
      <dgm:prSet presAssocID="{387EE082-314A-4C9E-B7B8-C455F2C83069}" presName="hierRoot3" presStyleCnt="0"/>
      <dgm:spPr/>
    </dgm:pt>
    <dgm:pt modelId="{69A6D3C6-1A62-410F-A65A-3F523267CB23}" type="pres">
      <dgm:prSet presAssocID="{387EE082-314A-4C9E-B7B8-C455F2C83069}" presName="composite3" presStyleCnt="0"/>
      <dgm:spPr/>
    </dgm:pt>
    <dgm:pt modelId="{2F8375CB-E311-4D96-918B-79E8C6D6D774}" type="pres">
      <dgm:prSet presAssocID="{387EE082-314A-4C9E-B7B8-C455F2C83069}" presName="background3" presStyleLbl="node3" presStyleIdx="0" presStyleCnt="4"/>
      <dgm:spPr/>
    </dgm:pt>
    <dgm:pt modelId="{7AC73FAB-642C-47A5-A7C9-9A05318A7B75}" type="pres">
      <dgm:prSet presAssocID="{387EE082-314A-4C9E-B7B8-C455F2C83069}" presName="text3" presStyleLbl="fgAcc3" presStyleIdx="0" presStyleCnt="4" custLinFactNeighborX="-98164">
        <dgm:presLayoutVars>
          <dgm:chPref val="3"/>
        </dgm:presLayoutVars>
      </dgm:prSet>
      <dgm:spPr/>
      <dgm:t>
        <a:bodyPr/>
        <a:lstStyle/>
        <a:p>
          <a:pPr rtl="1"/>
          <a:endParaRPr lang="ar-SA"/>
        </a:p>
      </dgm:t>
    </dgm:pt>
    <dgm:pt modelId="{501525D0-CA76-474F-B9D4-7A8CBFDEF088}" type="pres">
      <dgm:prSet presAssocID="{387EE082-314A-4C9E-B7B8-C455F2C83069}" presName="hierChild4" presStyleCnt="0"/>
      <dgm:spPr/>
    </dgm:pt>
    <dgm:pt modelId="{8210FE95-222F-4A1F-BBF9-39B056B5D53D}" type="pres">
      <dgm:prSet presAssocID="{E486DDE1-991C-4908-A416-4715FB683460}" presName="Name17" presStyleLbl="parChTrans1D3" presStyleIdx="1" presStyleCnt="4"/>
      <dgm:spPr/>
      <dgm:t>
        <a:bodyPr/>
        <a:lstStyle/>
        <a:p>
          <a:pPr rtl="1"/>
          <a:endParaRPr lang="ar-SA"/>
        </a:p>
      </dgm:t>
    </dgm:pt>
    <dgm:pt modelId="{427228FE-99DF-43A9-ABCF-865F7A516EC9}" type="pres">
      <dgm:prSet presAssocID="{93DDA560-BC47-45FA-96C7-A30838C517F8}" presName="hierRoot3" presStyleCnt="0"/>
      <dgm:spPr/>
    </dgm:pt>
    <dgm:pt modelId="{2CD1577A-180C-43A3-91AF-528384F30AEC}" type="pres">
      <dgm:prSet presAssocID="{93DDA560-BC47-45FA-96C7-A30838C517F8}" presName="composite3" presStyleCnt="0"/>
      <dgm:spPr/>
    </dgm:pt>
    <dgm:pt modelId="{C16C3023-9840-4634-8FDC-6DA325CC9935}" type="pres">
      <dgm:prSet presAssocID="{93DDA560-BC47-45FA-96C7-A30838C517F8}" presName="background3" presStyleLbl="node3" presStyleIdx="1" presStyleCnt="4"/>
      <dgm:spPr/>
    </dgm:pt>
    <dgm:pt modelId="{5F5D17F1-F61B-4C00-9225-932BC2DFFA64}" type="pres">
      <dgm:prSet presAssocID="{93DDA560-BC47-45FA-96C7-A30838C517F8}" presName="text3" presStyleLbl="fgAcc3" presStyleIdx="1" presStyleCnt="4" custLinFactNeighborX="-33271">
        <dgm:presLayoutVars>
          <dgm:chPref val="3"/>
        </dgm:presLayoutVars>
      </dgm:prSet>
      <dgm:spPr/>
      <dgm:t>
        <a:bodyPr/>
        <a:lstStyle/>
        <a:p>
          <a:pPr rtl="1"/>
          <a:endParaRPr lang="ar-SA"/>
        </a:p>
      </dgm:t>
    </dgm:pt>
    <dgm:pt modelId="{DFC3A20C-32CF-4AA2-8029-949D7B7F0095}" type="pres">
      <dgm:prSet presAssocID="{93DDA560-BC47-45FA-96C7-A30838C517F8}" presName="hierChild4" presStyleCnt="0"/>
      <dgm:spPr/>
    </dgm:pt>
    <dgm:pt modelId="{C46B645B-2BAF-48BC-A26E-B780415AE133}" type="pres">
      <dgm:prSet presAssocID="{E49B4183-7982-4CA6-846D-17E0E75A721A}" presName="Name10" presStyleLbl="parChTrans1D2" presStyleIdx="1" presStyleCnt="2"/>
      <dgm:spPr/>
      <dgm:t>
        <a:bodyPr/>
        <a:lstStyle/>
        <a:p>
          <a:pPr rtl="1"/>
          <a:endParaRPr lang="ar-SA"/>
        </a:p>
      </dgm:t>
    </dgm:pt>
    <dgm:pt modelId="{6C7A3911-F71F-4F41-A103-09C82C84669C}" type="pres">
      <dgm:prSet presAssocID="{4833177E-F44D-4162-B76C-D897BA1116F1}" presName="hierRoot2" presStyleCnt="0"/>
      <dgm:spPr/>
    </dgm:pt>
    <dgm:pt modelId="{4B616F89-4890-4466-808E-74D1E58B5CC6}" type="pres">
      <dgm:prSet presAssocID="{4833177E-F44D-4162-B76C-D897BA1116F1}" presName="composite2" presStyleCnt="0"/>
      <dgm:spPr/>
    </dgm:pt>
    <dgm:pt modelId="{53F88EF1-E472-4037-B386-318C5366DDFA}" type="pres">
      <dgm:prSet presAssocID="{4833177E-F44D-4162-B76C-D897BA1116F1}" presName="background2" presStyleLbl="node2" presStyleIdx="1" presStyleCnt="2"/>
      <dgm:spPr/>
    </dgm:pt>
    <dgm:pt modelId="{1E47651B-8B1E-45D5-8FD9-2F3B6A3334F1}" type="pres">
      <dgm:prSet presAssocID="{4833177E-F44D-4162-B76C-D897BA1116F1}" presName="text2" presStyleLbl="fgAcc2" presStyleIdx="1" presStyleCnt="2" custLinFactNeighborX="69696">
        <dgm:presLayoutVars>
          <dgm:chPref val="3"/>
        </dgm:presLayoutVars>
      </dgm:prSet>
      <dgm:spPr/>
      <dgm:t>
        <a:bodyPr/>
        <a:lstStyle/>
        <a:p>
          <a:pPr rtl="1"/>
          <a:endParaRPr lang="ar-SA"/>
        </a:p>
      </dgm:t>
    </dgm:pt>
    <dgm:pt modelId="{1A18C567-F9C2-41A8-A10B-82D743FA8A0D}" type="pres">
      <dgm:prSet presAssocID="{4833177E-F44D-4162-B76C-D897BA1116F1}" presName="hierChild3" presStyleCnt="0"/>
      <dgm:spPr/>
    </dgm:pt>
    <dgm:pt modelId="{9D92DFD8-0252-444C-AFA9-0CC3786B6FDD}" type="pres">
      <dgm:prSet presAssocID="{6559730D-698D-4FAE-B242-BB6AFADFFF85}" presName="Name17" presStyleLbl="parChTrans1D3" presStyleIdx="2" presStyleCnt="4"/>
      <dgm:spPr/>
      <dgm:t>
        <a:bodyPr/>
        <a:lstStyle/>
        <a:p>
          <a:pPr rtl="1"/>
          <a:endParaRPr lang="ar-SA"/>
        </a:p>
      </dgm:t>
    </dgm:pt>
    <dgm:pt modelId="{4FAEA880-571D-444C-830F-86B7B138895C}" type="pres">
      <dgm:prSet presAssocID="{A903BFA3-52C5-412D-BE81-022EBD027889}" presName="hierRoot3" presStyleCnt="0"/>
      <dgm:spPr/>
    </dgm:pt>
    <dgm:pt modelId="{EEF92F4D-1CC7-4A86-B0BE-195367952580}" type="pres">
      <dgm:prSet presAssocID="{A903BFA3-52C5-412D-BE81-022EBD027889}" presName="composite3" presStyleCnt="0"/>
      <dgm:spPr/>
    </dgm:pt>
    <dgm:pt modelId="{7CE001A2-68EF-4F79-AE22-1B3859C9C75A}" type="pres">
      <dgm:prSet presAssocID="{A903BFA3-52C5-412D-BE81-022EBD027889}" presName="background3" presStyleLbl="node3" presStyleIdx="2" presStyleCnt="4"/>
      <dgm:spPr/>
    </dgm:pt>
    <dgm:pt modelId="{BBEE7A5F-73B2-4B17-878A-B5A19B3497DC}" type="pres">
      <dgm:prSet presAssocID="{A903BFA3-52C5-412D-BE81-022EBD027889}" presName="text3" presStyleLbl="fgAcc3" presStyleIdx="2" presStyleCnt="4" custLinFactNeighborX="34232">
        <dgm:presLayoutVars>
          <dgm:chPref val="3"/>
        </dgm:presLayoutVars>
      </dgm:prSet>
      <dgm:spPr/>
      <dgm:t>
        <a:bodyPr/>
        <a:lstStyle/>
        <a:p>
          <a:pPr rtl="1"/>
          <a:endParaRPr lang="ar-SA"/>
        </a:p>
      </dgm:t>
    </dgm:pt>
    <dgm:pt modelId="{857D188E-45DD-46DF-94C8-09D45A9AF4C3}" type="pres">
      <dgm:prSet presAssocID="{A903BFA3-52C5-412D-BE81-022EBD027889}" presName="hierChild4" presStyleCnt="0"/>
      <dgm:spPr/>
    </dgm:pt>
    <dgm:pt modelId="{07D580F4-E6B2-4FB1-981B-EA27F1D330A0}" type="pres">
      <dgm:prSet presAssocID="{B7F2DB72-2302-4865-B77A-88BBEA0E2D77}" presName="Name17" presStyleLbl="parChTrans1D3" presStyleIdx="3" presStyleCnt="4"/>
      <dgm:spPr/>
      <dgm:t>
        <a:bodyPr/>
        <a:lstStyle/>
        <a:p>
          <a:pPr rtl="1"/>
          <a:endParaRPr lang="ar-SA"/>
        </a:p>
      </dgm:t>
    </dgm:pt>
    <dgm:pt modelId="{FEB5F0BF-04B2-41E7-930A-1A969D232996}" type="pres">
      <dgm:prSet presAssocID="{72840136-21D9-4316-8680-0D2F065BB2A9}" presName="hierRoot3" presStyleCnt="0"/>
      <dgm:spPr/>
    </dgm:pt>
    <dgm:pt modelId="{844AD429-510C-42BB-989B-3924D240C983}" type="pres">
      <dgm:prSet presAssocID="{72840136-21D9-4316-8680-0D2F065BB2A9}" presName="composite3" presStyleCnt="0"/>
      <dgm:spPr/>
    </dgm:pt>
    <dgm:pt modelId="{BB8A5FCF-94AA-46ED-9474-04DD05E112EE}" type="pres">
      <dgm:prSet presAssocID="{72840136-21D9-4316-8680-0D2F065BB2A9}" presName="background3" presStyleLbl="node3" presStyleIdx="3" presStyleCnt="4"/>
      <dgm:spPr/>
    </dgm:pt>
    <dgm:pt modelId="{803D7301-06D3-48CA-A185-3A24FCDA1FAD}" type="pres">
      <dgm:prSet presAssocID="{72840136-21D9-4316-8680-0D2F065BB2A9}" presName="text3" presStyleLbl="fgAcc3" presStyleIdx="3" presStyleCnt="4" custLinFactX="5161" custLinFactNeighborX="100000">
        <dgm:presLayoutVars>
          <dgm:chPref val="3"/>
        </dgm:presLayoutVars>
      </dgm:prSet>
      <dgm:spPr/>
      <dgm:t>
        <a:bodyPr/>
        <a:lstStyle/>
        <a:p>
          <a:pPr rtl="1"/>
          <a:endParaRPr lang="ar-SA"/>
        </a:p>
      </dgm:t>
    </dgm:pt>
    <dgm:pt modelId="{64FFA8EC-295F-456C-BAAA-AE48E1C66A27}" type="pres">
      <dgm:prSet presAssocID="{72840136-21D9-4316-8680-0D2F065BB2A9}" presName="hierChild4" presStyleCnt="0"/>
      <dgm:spPr/>
    </dgm:pt>
  </dgm:ptLst>
  <dgm:cxnLst>
    <dgm:cxn modelId="{00784118-3CD3-4A95-8F54-C6ECD108ABB6}" type="presOf" srcId="{A903BFA3-52C5-412D-BE81-022EBD027889}" destId="{BBEE7A5F-73B2-4B17-878A-B5A19B3497DC}" srcOrd="0" destOrd="0" presId="urn:microsoft.com/office/officeart/2005/8/layout/hierarchy1"/>
    <dgm:cxn modelId="{D81BD1EA-CE42-4964-9238-16DAD558E9DF}" type="presOf" srcId="{8F359407-4B02-4390-BC0F-EBA6B7A652A7}" destId="{592266C1-0697-4ABD-AA74-40B98D712562}" srcOrd="0" destOrd="0" presId="urn:microsoft.com/office/officeart/2005/8/layout/hierarchy1"/>
    <dgm:cxn modelId="{9EE9F8D1-2B64-45B5-A1ED-A334A758CB81}" srcId="{4833177E-F44D-4162-B76C-D897BA1116F1}" destId="{72840136-21D9-4316-8680-0D2F065BB2A9}" srcOrd="1" destOrd="0" parTransId="{B7F2DB72-2302-4865-B77A-88BBEA0E2D77}" sibTransId="{9E7B4AE7-5B87-453C-9950-9BB6DB667723}"/>
    <dgm:cxn modelId="{9079354C-0237-47F1-95C4-267A7FF56D28}" type="presOf" srcId="{4833177E-F44D-4162-B76C-D897BA1116F1}" destId="{1E47651B-8B1E-45D5-8FD9-2F3B6A3334F1}" srcOrd="0" destOrd="0" presId="urn:microsoft.com/office/officeart/2005/8/layout/hierarchy1"/>
    <dgm:cxn modelId="{FEFBE843-C328-456D-B9A7-333835CFF66F}" type="presOf" srcId="{309F7728-C4EE-4F46-A84B-96769D17C718}" destId="{EE583D0C-448B-4650-9887-3E3035A1F3E7}" srcOrd="0" destOrd="0" presId="urn:microsoft.com/office/officeart/2005/8/layout/hierarchy1"/>
    <dgm:cxn modelId="{2848EDB0-3715-44E0-96F8-7DF58E4695CB}" type="presOf" srcId="{387EE082-314A-4C9E-B7B8-C455F2C83069}" destId="{7AC73FAB-642C-47A5-A7C9-9A05318A7B75}" srcOrd="0" destOrd="0" presId="urn:microsoft.com/office/officeart/2005/8/layout/hierarchy1"/>
    <dgm:cxn modelId="{2C620EEB-C647-401B-8CCE-3DA3FEE3FE77}" type="presOf" srcId="{6559730D-698D-4FAE-B242-BB6AFADFFF85}" destId="{9D92DFD8-0252-444C-AFA9-0CC3786B6FDD}" srcOrd="0" destOrd="0" presId="urn:microsoft.com/office/officeart/2005/8/layout/hierarchy1"/>
    <dgm:cxn modelId="{91EB3F61-5831-404C-844F-BA011DF983A8}" type="presOf" srcId="{72840136-21D9-4316-8680-0D2F065BB2A9}" destId="{803D7301-06D3-48CA-A185-3A24FCDA1FAD}" srcOrd="0" destOrd="0" presId="urn:microsoft.com/office/officeart/2005/8/layout/hierarchy1"/>
    <dgm:cxn modelId="{73917F74-09F9-41AF-A417-717EDBFF5404}" type="presOf" srcId="{93857B0C-F590-4C0C-A5F6-7A068372A9F0}" destId="{4EE54741-81E0-474E-89F1-C160D1854963}" srcOrd="0" destOrd="0" presId="urn:microsoft.com/office/officeart/2005/8/layout/hierarchy1"/>
    <dgm:cxn modelId="{DC78C6F2-8D1C-4A4D-96C4-DA6D47A29DD9}" type="presOf" srcId="{085D27B7-FED8-464F-BC40-25919B7892D3}" destId="{D6A94AFB-9535-47FA-8B9A-46E45B196A00}" srcOrd="0" destOrd="0" presId="urn:microsoft.com/office/officeart/2005/8/layout/hierarchy1"/>
    <dgm:cxn modelId="{D1056C6D-F1A8-453E-A53D-8CBE8FCA66D8}" type="presOf" srcId="{93DDA560-BC47-45FA-96C7-A30838C517F8}" destId="{5F5D17F1-F61B-4C00-9225-932BC2DFFA64}" srcOrd="0" destOrd="0" presId="urn:microsoft.com/office/officeart/2005/8/layout/hierarchy1"/>
    <dgm:cxn modelId="{6E0F48B7-468E-45B9-A430-D75C1E16CC8D}" srcId="{309F7728-C4EE-4F46-A84B-96769D17C718}" destId="{93DDA560-BC47-45FA-96C7-A30838C517F8}" srcOrd="1" destOrd="0" parTransId="{E486DDE1-991C-4908-A416-4715FB683460}" sibTransId="{7308092A-1726-425F-9B4D-676FDA77D272}"/>
    <dgm:cxn modelId="{A3E52564-DBF2-4D65-9310-14E1C5C442DA}" srcId="{309F7728-C4EE-4F46-A84B-96769D17C718}" destId="{387EE082-314A-4C9E-B7B8-C455F2C83069}" srcOrd="0" destOrd="0" parTransId="{085D27B7-FED8-464F-BC40-25919B7892D3}" sibTransId="{91561546-DBF5-434C-A87A-A03FB5FD5ED7}"/>
    <dgm:cxn modelId="{C4599940-ECBE-46D6-B589-69AB1A88256E}" srcId="{E58E2AE0-3CB5-4C8B-86C2-6B7BDAE9E6A5}" destId="{93857B0C-F590-4C0C-A5F6-7A068372A9F0}" srcOrd="0" destOrd="0" parTransId="{ED42023E-CE82-4B40-A21E-EC7E6A5AE4D7}" sibTransId="{1C8F13A6-5D16-40AE-913D-938485E38357}"/>
    <dgm:cxn modelId="{CA80E604-D1E4-48A2-A74A-E80FDA580B76}" type="presOf" srcId="{E58E2AE0-3CB5-4C8B-86C2-6B7BDAE9E6A5}" destId="{9A679833-FA10-455A-B70F-52FC17F9D759}" srcOrd="0" destOrd="0" presId="urn:microsoft.com/office/officeart/2005/8/layout/hierarchy1"/>
    <dgm:cxn modelId="{52DCBB47-E358-480D-B7B1-768EB76D19CE}" srcId="{4833177E-F44D-4162-B76C-D897BA1116F1}" destId="{A903BFA3-52C5-412D-BE81-022EBD027889}" srcOrd="0" destOrd="0" parTransId="{6559730D-698D-4FAE-B242-BB6AFADFFF85}" sibTransId="{1C2B0FC4-6AEF-4A9B-A393-11D9F92033F6}"/>
    <dgm:cxn modelId="{5E2501A9-6AD1-4E33-9A74-FE82C088C20E}" type="presOf" srcId="{E486DDE1-991C-4908-A416-4715FB683460}" destId="{8210FE95-222F-4A1F-BBF9-39B056B5D53D}" srcOrd="0" destOrd="0" presId="urn:microsoft.com/office/officeart/2005/8/layout/hierarchy1"/>
    <dgm:cxn modelId="{0669ADDE-EA24-47F6-8651-4D1F79033F58}" type="presOf" srcId="{E49B4183-7982-4CA6-846D-17E0E75A721A}" destId="{C46B645B-2BAF-48BC-A26E-B780415AE133}" srcOrd="0" destOrd="0" presId="urn:microsoft.com/office/officeart/2005/8/layout/hierarchy1"/>
    <dgm:cxn modelId="{E8875A90-D2A3-4E5F-BEC2-1EA165404682}" srcId="{93857B0C-F590-4C0C-A5F6-7A068372A9F0}" destId="{309F7728-C4EE-4F46-A84B-96769D17C718}" srcOrd="0" destOrd="0" parTransId="{8F359407-4B02-4390-BC0F-EBA6B7A652A7}" sibTransId="{A911A2CF-2A3A-4A8F-9021-D44386C7AB74}"/>
    <dgm:cxn modelId="{74971ACF-ABD2-4CD5-BCB5-E1561413BFEC}" type="presOf" srcId="{B7F2DB72-2302-4865-B77A-88BBEA0E2D77}" destId="{07D580F4-E6B2-4FB1-981B-EA27F1D330A0}" srcOrd="0" destOrd="0" presId="urn:microsoft.com/office/officeart/2005/8/layout/hierarchy1"/>
    <dgm:cxn modelId="{7BA82E52-D9D0-410E-A561-5D3DC2B466B0}" srcId="{93857B0C-F590-4C0C-A5F6-7A068372A9F0}" destId="{4833177E-F44D-4162-B76C-D897BA1116F1}" srcOrd="1" destOrd="0" parTransId="{E49B4183-7982-4CA6-846D-17E0E75A721A}" sibTransId="{E5051FAC-E27D-43BF-BCB6-AE0F02837837}"/>
    <dgm:cxn modelId="{37362294-DD5C-4441-9B42-8EAA21238DA4}" type="presParOf" srcId="{9A679833-FA10-455A-B70F-52FC17F9D759}" destId="{6A5F0755-757F-483E-9D43-D9BCB0464FC8}" srcOrd="0" destOrd="0" presId="urn:microsoft.com/office/officeart/2005/8/layout/hierarchy1"/>
    <dgm:cxn modelId="{90A6A307-FC11-49A0-865A-369851EAAD0B}" type="presParOf" srcId="{6A5F0755-757F-483E-9D43-D9BCB0464FC8}" destId="{8926C582-B7F9-4F86-81CF-1D778087C999}" srcOrd="0" destOrd="0" presId="urn:microsoft.com/office/officeart/2005/8/layout/hierarchy1"/>
    <dgm:cxn modelId="{B5E010CC-919B-481D-91DF-1FFD6C88A62E}" type="presParOf" srcId="{8926C582-B7F9-4F86-81CF-1D778087C999}" destId="{63BBEA66-C0E0-4339-81EA-A39D75EBF5EC}" srcOrd="0" destOrd="0" presId="urn:microsoft.com/office/officeart/2005/8/layout/hierarchy1"/>
    <dgm:cxn modelId="{13B7566C-E6F3-44E2-A8BF-2FFD74C346F0}" type="presParOf" srcId="{8926C582-B7F9-4F86-81CF-1D778087C999}" destId="{4EE54741-81E0-474E-89F1-C160D1854963}" srcOrd="1" destOrd="0" presId="urn:microsoft.com/office/officeart/2005/8/layout/hierarchy1"/>
    <dgm:cxn modelId="{814A62B5-4A2D-4A1C-80DA-2CA475396AEE}" type="presParOf" srcId="{6A5F0755-757F-483E-9D43-D9BCB0464FC8}" destId="{3C018F60-9ACE-440B-810E-99134FB07AEE}" srcOrd="1" destOrd="0" presId="urn:microsoft.com/office/officeart/2005/8/layout/hierarchy1"/>
    <dgm:cxn modelId="{D68A8996-7C66-4399-9585-4D972382E3C8}" type="presParOf" srcId="{3C018F60-9ACE-440B-810E-99134FB07AEE}" destId="{592266C1-0697-4ABD-AA74-40B98D712562}" srcOrd="0" destOrd="0" presId="urn:microsoft.com/office/officeart/2005/8/layout/hierarchy1"/>
    <dgm:cxn modelId="{7587CF31-3829-43F1-81DF-35248272A14E}" type="presParOf" srcId="{3C018F60-9ACE-440B-810E-99134FB07AEE}" destId="{A6967345-21CA-495C-BB17-6F2C3A1C1358}" srcOrd="1" destOrd="0" presId="urn:microsoft.com/office/officeart/2005/8/layout/hierarchy1"/>
    <dgm:cxn modelId="{81921B0E-6A12-4D49-B996-8242534C739A}" type="presParOf" srcId="{A6967345-21CA-495C-BB17-6F2C3A1C1358}" destId="{C5A02BEF-B3ED-4B9A-B980-8C47A447A938}" srcOrd="0" destOrd="0" presId="urn:microsoft.com/office/officeart/2005/8/layout/hierarchy1"/>
    <dgm:cxn modelId="{44638581-2815-4585-BFAC-8580D27D2B57}" type="presParOf" srcId="{C5A02BEF-B3ED-4B9A-B980-8C47A447A938}" destId="{0662154B-3AA7-44BF-A01B-78315060556C}" srcOrd="0" destOrd="0" presId="urn:microsoft.com/office/officeart/2005/8/layout/hierarchy1"/>
    <dgm:cxn modelId="{710A047B-9502-456B-88C7-78ACCB55103A}" type="presParOf" srcId="{C5A02BEF-B3ED-4B9A-B980-8C47A447A938}" destId="{EE583D0C-448B-4650-9887-3E3035A1F3E7}" srcOrd="1" destOrd="0" presId="urn:microsoft.com/office/officeart/2005/8/layout/hierarchy1"/>
    <dgm:cxn modelId="{FF6655A0-2C93-4F4D-A9C2-483395636E30}" type="presParOf" srcId="{A6967345-21CA-495C-BB17-6F2C3A1C1358}" destId="{5BEA850E-0E07-4E3C-AD25-4EC914712191}" srcOrd="1" destOrd="0" presId="urn:microsoft.com/office/officeart/2005/8/layout/hierarchy1"/>
    <dgm:cxn modelId="{AA02886B-1453-4C99-9DDD-DB2AEA732E56}" type="presParOf" srcId="{5BEA850E-0E07-4E3C-AD25-4EC914712191}" destId="{D6A94AFB-9535-47FA-8B9A-46E45B196A00}" srcOrd="0" destOrd="0" presId="urn:microsoft.com/office/officeart/2005/8/layout/hierarchy1"/>
    <dgm:cxn modelId="{126F435E-378C-4B9F-8951-3DF711AA1552}" type="presParOf" srcId="{5BEA850E-0E07-4E3C-AD25-4EC914712191}" destId="{9F06214F-46AC-4311-BE61-D5ED8768F58A}" srcOrd="1" destOrd="0" presId="urn:microsoft.com/office/officeart/2005/8/layout/hierarchy1"/>
    <dgm:cxn modelId="{D4A145E6-CE6F-4E43-B524-566368A2D6CD}" type="presParOf" srcId="{9F06214F-46AC-4311-BE61-D5ED8768F58A}" destId="{69A6D3C6-1A62-410F-A65A-3F523267CB23}" srcOrd="0" destOrd="0" presId="urn:microsoft.com/office/officeart/2005/8/layout/hierarchy1"/>
    <dgm:cxn modelId="{B7E7BD05-FDFD-4FFC-A209-92E5C54521B2}" type="presParOf" srcId="{69A6D3C6-1A62-410F-A65A-3F523267CB23}" destId="{2F8375CB-E311-4D96-918B-79E8C6D6D774}" srcOrd="0" destOrd="0" presId="urn:microsoft.com/office/officeart/2005/8/layout/hierarchy1"/>
    <dgm:cxn modelId="{9B0DE364-7A39-4722-8E63-FBF60C881C59}" type="presParOf" srcId="{69A6D3C6-1A62-410F-A65A-3F523267CB23}" destId="{7AC73FAB-642C-47A5-A7C9-9A05318A7B75}" srcOrd="1" destOrd="0" presId="urn:microsoft.com/office/officeart/2005/8/layout/hierarchy1"/>
    <dgm:cxn modelId="{6F950816-E3A0-44D9-B82A-A631C1033B78}" type="presParOf" srcId="{9F06214F-46AC-4311-BE61-D5ED8768F58A}" destId="{501525D0-CA76-474F-B9D4-7A8CBFDEF088}" srcOrd="1" destOrd="0" presId="urn:microsoft.com/office/officeart/2005/8/layout/hierarchy1"/>
    <dgm:cxn modelId="{DC8F11E1-8220-4DEA-8E8F-1327C074D84B}" type="presParOf" srcId="{5BEA850E-0E07-4E3C-AD25-4EC914712191}" destId="{8210FE95-222F-4A1F-BBF9-39B056B5D53D}" srcOrd="2" destOrd="0" presId="urn:microsoft.com/office/officeart/2005/8/layout/hierarchy1"/>
    <dgm:cxn modelId="{FEB4765B-1343-43F9-9B7D-5EB1D6296939}" type="presParOf" srcId="{5BEA850E-0E07-4E3C-AD25-4EC914712191}" destId="{427228FE-99DF-43A9-ABCF-865F7A516EC9}" srcOrd="3" destOrd="0" presId="urn:microsoft.com/office/officeart/2005/8/layout/hierarchy1"/>
    <dgm:cxn modelId="{D4956D3F-E96C-4B45-B0C8-25B3DDAF376D}" type="presParOf" srcId="{427228FE-99DF-43A9-ABCF-865F7A516EC9}" destId="{2CD1577A-180C-43A3-91AF-528384F30AEC}" srcOrd="0" destOrd="0" presId="urn:microsoft.com/office/officeart/2005/8/layout/hierarchy1"/>
    <dgm:cxn modelId="{8F3C0049-4D81-467A-95BB-D819005E6A38}" type="presParOf" srcId="{2CD1577A-180C-43A3-91AF-528384F30AEC}" destId="{C16C3023-9840-4634-8FDC-6DA325CC9935}" srcOrd="0" destOrd="0" presId="urn:microsoft.com/office/officeart/2005/8/layout/hierarchy1"/>
    <dgm:cxn modelId="{A5A7EEB5-C7FA-466F-BBA9-2913448BB174}" type="presParOf" srcId="{2CD1577A-180C-43A3-91AF-528384F30AEC}" destId="{5F5D17F1-F61B-4C00-9225-932BC2DFFA64}" srcOrd="1" destOrd="0" presId="urn:microsoft.com/office/officeart/2005/8/layout/hierarchy1"/>
    <dgm:cxn modelId="{5B6A1546-E333-4B1F-9601-4B382B217FF3}" type="presParOf" srcId="{427228FE-99DF-43A9-ABCF-865F7A516EC9}" destId="{DFC3A20C-32CF-4AA2-8029-949D7B7F0095}" srcOrd="1" destOrd="0" presId="urn:microsoft.com/office/officeart/2005/8/layout/hierarchy1"/>
    <dgm:cxn modelId="{997F528C-9D2C-44C7-9707-4EE92ABD31D3}" type="presParOf" srcId="{3C018F60-9ACE-440B-810E-99134FB07AEE}" destId="{C46B645B-2BAF-48BC-A26E-B780415AE133}" srcOrd="2" destOrd="0" presId="urn:microsoft.com/office/officeart/2005/8/layout/hierarchy1"/>
    <dgm:cxn modelId="{CE7BBEE9-DDB2-4D3B-8FCC-80120E95E9B2}" type="presParOf" srcId="{3C018F60-9ACE-440B-810E-99134FB07AEE}" destId="{6C7A3911-F71F-4F41-A103-09C82C84669C}" srcOrd="3" destOrd="0" presId="urn:microsoft.com/office/officeart/2005/8/layout/hierarchy1"/>
    <dgm:cxn modelId="{14F54C82-DA46-4306-987F-3E0D2B67E536}" type="presParOf" srcId="{6C7A3911-F71F-4F41-A103-09C82C84669C}" destId="{4B616F89-4890-4466-808E-74D1E58B5CC6}" srcOrd="0" destOrd="0" presId="urn:microsoft.com/office/officeart/2005/8/layout/hierarchy1"/>
    <dgm:cxn modelId="{62647FD6-DC6F-49E2-B58C-5BD94F346EDE}" type="presParOf" srcId="{4B616F89-4890-4466-808E-74D1E58B5CC6}" destId="{53F88EF1-E472-4037-B386-318C5366DDFA}" srcOrd="0" destOrd="0" presId="urn:microsoft.com/office/officeart/2005/8/layout/hierarchy1"/>
    <dgm:cxn modelId="{33B96C8B-500A-40F5-802E-ABA53EB66222}" type="presParOf" srcId="{4B616F89-4890-4466-808E-74D1E58B5CC6}" destId="{1E47651B-8B1E-45D5-8FD9-2F3B6A3334F1}" srcOrd="1" destOrd="0" presId="urn:microsoft.com/office/officeart/2005/8/layout/hierarchy1"/>
    <dgm:cxn modelId="{03F0A522-842E-4787-B7C5-82104136143D}" type="presParOf" srcId="{6C7A3911-F71F-4F41-A103-09C82C84669C}" destId="{1A18C567-F9C2-41A8-A10B-82D743FA8A0D}" srcOrd="1" destOrd="0" presId="urn:microsoft.com/office/officeart/2005/8/layout/hierarchy1"/>
    <dgm:cxn modelId="{881AEEC4-F8EA-4A8C-88B4-8AA863F6C14A}" type="presParOf" srcId="{1A18C567-F9C2-41A8-A10B-82D743FA8A0D}" destId="{9D92DFD8-0252-444C-AFA9-0CC3786B6FDD}" srcOrd="0" destOrd="0" presId="urn:microsoft.com/office/officeart/2005/8/layout/hierarchy1"/>
    <dgm:cxn modelId="{5BBBC48E-E561-4624-A3B1-6EA4222D1D43}" type="presParOf" srcId="{1A18C567-F9C2-41A8-A10B-82D743FA8A0D}" destId="{4FAEA880-571D-444C-830F-86B7B138895C}" srcOrd="1" destOrd="0" presId="urn:microsoft.com/office/officeart/2005/8/layout/hierarchy1"/>
    <dgm:cxn modelId="{C235EC68-2AAC-43F3-91CA-FBD32A704F69}" type="presParOf" srcId="{4FAEA880-571D-444C-830F-86B7B138895C}" destId="{EEF92F4D-1CC7-4A86-B0BE-195367952580}" srcOrd="0" destOrd="0" presId="urn:microsoft.com/office/officeart/2005/8/layout/hierarchy1"/>
    <dgm:cxn modelId="{EB6BE9A1-42CB-4843-B59D-5D8C46E1F7F9}" type="presParOf" srcId="{EEF92F4D-1CC7-4A86-B0BE-195367952580}" destId="{7CE001A2-68EF-4F79-AE22-1B3859C9C75A}" srcOrd="0" destOrd="0" presId="urn:microsoft.com/office/officeart/2005/8/layout/hierarchy1"/>
    <dgm:cxn modelId="{81D995BA-92C0-428F-A388-BC3CCE327BC5}" type="presParOf" srcId="{EEF92F4D-1CC7-4A86-B0BE-195367952580}" destId="{BBEE7A5F-73B2-4B17-878A-B5A19B3497DC}" srcOrd="1" destOrd="0" presId="urn:microsoft.com/office/officeart/2005/8/layout/hierarchy1"/>
    <dgm:cxn modelId="{FC01815B-0091-4C54-9365-85A3239CA28B}" type="presParOf" srcId="{4FAEA880-571D-444C-830F-86B7B138895C}" destId="{857D188E-45DD-46DF-94C8-09D45A9AF4C3}" srcOrd="1" destOrd="0" presId="urn:microsoft.com/office/officeart/2005/8/layout/hierarchy1"/>
    <dgm:cxn modelId="{41BEE873-BB30-46F7-B3D7-8B93EE1AC425}" type="presParOf" srcId="{1A18C567-F9C2-41A8-A10B-82D743FA8A0D}" destId="{07D580F4-E6B2-4FB1-981B-EA27F1D330A0}" srcOrd="2" destOrd="0" presId="urn:microsoft.com/office/officeart/2005/8/layout/hierarchy1"/>
    <dgm:cxn modelId="{85303ED4-0CAC-497C-A0E7-9C6C024395A5}" type="presParOf" srcId="{1A18C567-F9C2-41A8-A10B-82D743FA8A0D}" destId="{FEB5F0BF-04B2-41E7-930A-1A969D232996}" srcOrd="3" destOrd="0" presId="urn:microsoft.com/office/officeart/2005/8/layout/hierarchy1"/>
    <dgm:cxn modelId="{12513E33-350F-404B-AC65-25C28ABCF736}" type="presParOf" srcId="{FEB5F0BF-04B2-41E7-930A-1A969D232996}" destId="{844AD429-510C-42BB-989B-3924D240C983}" srcOrd="0" destOrd="0" presId="urn:microsoft.com/office/officeart/2005/8/layout/hierarchy1"/>
    <dgm:cxn modelId="{D03ADDB5-2DDD-49E4-AC13-6CA5C875126B}" type="presParOf" srcId="{844AD429-510C-42BB-989B-3924D240C983}" destId="{BB8A5FCF-94AA-46ED-9474-04DD05E112EE}" srcOrd="0" destOrd="0" presId="urn:microsoft.com/office/officeart/2005/8/layout/hierarchy1"/>
    <dgm:cxn modelId="{D1840F33-667F-4F30-8309-EC96035DCA9D}" type="presParOf" srcId="{844AD429-510C-42BB-989B-3924D240C983}" destId="{803D7301-06D3-48CA-A185-3A24FCDA1FAD}" srcOrd="1" destOrd="0" presId="urn:microsoft.com/office/officeart/2005/8/layout/hierarchy1"/>
    <dgm:cxn modelId="{39208BBE-0185-4F30-95E2-8E150D10CF3C}" type="presParOf" srcId="{FEB5F0BF-04B2-41E7-930A-1A969D232996}" destId="{64FFA8EC-295F-456C-BAAA-AE48E1C66A27}" srcOrd="1" destOrd="0" presId="urn:microsoft.com/office/officeart/2005/8/layout/hierarchy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7D580F4-E6B2-4FB1-981B-EA27F1D330A0}">
      <dsp:nvSpPr>
        <dsp:cNvPr id="0" name=""/>
        <dsp:cNvSpPr/>
      </dsp:nvSpPr>
      <dsp:spPr>
        <a:xfrm>
          <a:off x="6772306" y="1972494"/>
          <a:ext cx="1219210" cy="367158"/>
        </a:xfrm>
        <a:custGeom>
          <a:avLst/>
          <a:gdLst/>
          <a:ahLst/>
          <a:cxnLst/>
          <a:rect l="0" t="0" r="0" b="0"/>
          <a:pathLst>
            <a:path>
              <a:moveTo>
                <a:pt x="0" y="0"/>
              </a:moveTo>
              <a:lnTo>
                <a:pt x="0" y="250207"/>
              </a:lnTo>
              <a:lnTo>
                <a:pt x="1219210" y="250207"/>
              </a:lnTo>
              <a:lnTo>
                <a:pt x="1219210" y="3671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92DFD8-0252-444C-AFA9-0CC3786B6FDD}">
      <dsp:nvSpPr>
        <dsp:cNvPr id="0" name=""/>
        <dsp:cNvSpPr/>
      </dsp:nvSpPr>
      <dsp:spPr>
        <a:xfrm>
          <a:off x="5553109" y="1972494"/>
          <a:ext cx="1219197" cy="367158"/>
        </a:xfrm>
        <a:custGeom>
          <a:avLst/>
          <a:gdLst/>
          <a:ahLst/>
          <a:cxnLst/>
          <a:rect l="0" t="0" r="0" b="0"/>
          <a:pathLst>
            <a:path>
              <a:moveTo>
                <a:pt x="1219197" y="0"/>
              </a:moveTo>
              <a:lnTo>
                <a:pt x="1219197" y="250207"/>
              </a:lnTo>
              <a:lnTo>
                <a:pt x="0" y="250207"/>
              </a:lnTo>
              <a:lnTo>
                <a:pt x="0" y="3671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6B645B-2BAF-48BC-A26E-B780415AE133}">
      <dsp:nvSpPr>
        <dsp:cNvPr id="0" name=""/>
        <dsp:cNvSpPr/>
      </dsp:nvSpPr>
      <dsp:spPr>
        <a:xfrm>
          <a:off x="4349464" y="803690"/>
          <a:ext cx="2422841" cy="367158"/>
        </a:xfrm>
        <a:custGeom>
          <a:avLst/>
          <a:gdLst/>
          <a:ahLst/>
          <a:cxnLst/>
          <a:rect l="0" t="0" r="0" b="0"/>
          <a:pathLst>
            <a:path>
              <a:moveTo>
                <a:pt x="0" y="0"/>
              </a:moveTo>
              <a:lnTo>
                <a:pt x="0" y="250207"/>
              </a:lnTo>
              <a:lnTo>
                <a:pt x="2422841" y="250207"/>
              </a:lnTo>
              <a:lnTo>
                <a:pt x="2422841" y="3671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10FE95-222F-4A1F-BBF9-39B056B5D53D}">
      <dsp:nvSpPr>
        <dsp:cNvPr id="0" name=""/>
        <dsp:cNvSpPr/>
      </dsp:nvSpPr>
      <dsp:spPr>
        <a:xfrm>
          <a:off x="1971716" y="1972494"/>
          <a:ext cx="1186235" cy="367158"/>
        </a:xfrm>
        <a:custGeom>
          <a:avLst/>
          <a:gdLst/>
          <a:ahLst/>
          <a:cxnLst/>
          <a:rect l="0" t="0" r="0" b="0"/>
          <a:pathLst>
            <a:path>
              <a:moveTo>
                <a:pt x="0" y="0"/>
              </a:moveTo>
              <a:lnTo>
                <a:pt x="0" y="250207"/>
              </a:lnTo>
              <a:lnTo>
                <a:pt x="1186235" y="250207"/>
              </a:lnTo>
              <a:lnTo>
                <a:pt x="1186235" y="3671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A94AFB-9535-47FA-8B9A-46E45B196A00}">
      <dsp:nvSpPr>
        <dsp:cNvPr id="0" name=""/>
        <dsp:cNvSpPr/>
      </dsp:nvSpPr>
      <dsp:spPr>
        <a:xfrm>
          <a:off x="795745" y="1972494"/>
          <a:ext cx="1175971" cy="367158"/>
        </a:xfrm>
        <a:custGeom>
          <a:avLst/>
          <a:gdLst/>
          <a:ahLst/>
          <a:cxnLst/>
          <a:rect l="0" t="0" r="0" b="0"/>
          <a:pathLst>
            <a:path>
              <a:moveTo>
                <a:pt x="1175971" y="0"/>
              </a:moveTo>
              <a:lnTo>
                <a:pt x="1175971" y="250207"/>
              </a:lnTo>
              <a:lnTo>
                <a:pt x="0" y="250207"/>
              </a:lnTo>
              <a:lnTo>
                <a:pt x="0" y="3671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2266C1-0697-4ABD-AA74-40B98D712562}">
      <dsp:nvSpPr>
        <dsp:cNvPr id="0" name=""/>
        <dsp:cNvSpPr/>
      </dsp:nvSpPr>
      <dsp:spPr>
        <a:xfrm>
          <a:off x="1971716" y="803690"/>
          <a:ext cx="2377747" cy="367158"/>
        </a:xfrm>
        <a:custGeom>
          <a:avLst/>
          <a:gdLst/>
          <a:ahLst/>
          <a:cxnLst/>
          <a:rect l="0" t="0" r="0" b="0"/>
          <a:pathLst>
            <a:path>
              <a:moveTo>
                <a:pt x="2377747" y="0"/>
              </a:moveTo>
              <a:lnTo>
                <a:pt x="2377747" y="250207"/>
              </a:lnTo>
              <a:lnTo>
                <a:pt x="0" y="250207"/>
              </a:lnTo>
              <a:lnTo>
                <a:pt x="0" y="3671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BBEA66-C0E0-4339-81EA-A39D75EBF5EC}">
      <dsp:nvSpPr>
        <dsp:cNvPr id="0" name=""/>
        <dsp:cNvSpPr/>
      </dsp:nvSpPr>
      <dsp:spPr>
        <a:xfrm>
          <a:off x="3718247" y="2044"/>
          <a:ext cx="1262434" cy="8016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E54741-81E0-474E-89F1-C160D1854963}">
      <dsp:nvSpPr>
        <dsp:cNvPr id="0" name=""/>
        <dsp:cNvSpPr/>
      </dsp:nvSpPr>
      <dsp:spPr>
        <a:xfrm>
          <a:off x="3858517" y="135301"/>
          <a:ext cx="1262434" cy="8016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0" kern="1200" dirty="0"/>
            <a:t>Objects</a:t>
          </a:r>
          <a:r>
            <a:rPr lang="en-US" sz="1800" b="1" kern="1200" dirty="0"/>
            <a:t> </a:t>
          </a:r>
          <a:endParaRPr lang="en-US" sz="1800" kern="1200" dirty="0"/>
        </a:p>
      </dsp:txBody>
      <dsp:txXfrm>
        <a:off x="3858517" y="135301"/>
        <a:ext cx="1262434" cy="801645"/>
      </dsp:txXfrm>
    </dsp:sp>
    <dsp:sp modelId="{0662154B-3AA7-44BF-A01B-78315060556C}">
      <dsp:nvSpPr>
        <dsp:cNvPr id="0" name=""/>
        <dsp:cNvSpPr/>
      </dsp:nvSpPr>
      <dsp:spPr>
        <a:xfrm>
          <a:off x="1340499" y="1170848"/>
          <a:ext cx="1262434" cy="8016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583D0C-448B-4650-9887-3E3035A1F3E7}">
      <dsp:nvSpPr>
        <dsp:cNvPr id="0" name=""/>
        <dsp:cNvSpPr/>
      </dsp:nvSpPr>
      <dsp:spPr>
        <a:xfrm>
          <a:off x="1480770" y="1304105"/>
          <a:ext cx="1262434" cy="8016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Values</a:t>
          </a:r>
        </a:p>
      </dsp:txBody>
      <dsp:txXfrm>
        <a:off x="1480770" y="1304105"/>
        <a:ext cx="1262434" cy="801645"/>
      </dsp:txXfrm>
    </dsp:sp>
    <dsp:sp modelId="{2F8375CB-E311-4D96-918B-79E8C6D6D774}">
      <dsp:nvSpPr>
        <dsp:cNvPr id="0" name=""/>
        <dsp:cNvSpPr/>
      </dsp:nvSpPr>
      <dsp:spPr>
        <a:xfrm>
          <a:off x="164527" y="2339652"/>
          <a:ext cx="1262434" cy="8016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C73FAB-642C-47A5-A7C9-9A05318A7B75}">
      <dsp:nvSpPr>
        <dsp:cNvPr id="0" name=""/>
        <dsp:cNvSpPr/>
      </dsp:nvSpPr>
      <dsp:spPr>
        <a:xfrm>
          <a:off x="304798" y="2472909"/>
          <a:ext cx="1262434" cy="8016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Simple </a:t>
          </a:r>
        </a:p>
      </dsp:txBody>
      <dsp:txXfrm>
        <a:off x="304798" y="2472909"/>
        <a:ext cx="1262434" cy="801645"/>
      </dsp:txXfrm>
    </dsp:sp>
    <dsp:sp modelId="{C16C3023-9840-4634-8FDC-6DA325CC9935}">
      <dsp:nvSpPr>
        <dsp:cNvPr id="0" name=""/>
        <dsp:cNvSpPr/>
      </dsp:nvSpPr>
      <dsp:spPr>
        <a:xfrm>
          <a:off x="2526735" y="2339652"/>
          <a:ext cx="1262434" cy="8016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5D17F1-F61B-4C00-9225-932BC2DFFA64}">
      <dsp:nvSpPr>
        <dsp:cNvPr id="0" name=""/>
        <dsp:cNvSpPr/>
      </dsp:nvSpPr>
      <dsp:spPr>
        <a:xfrm>
          <a:off x="2667005" y="2472909"/>
          <a:ext cx="1262434" cy="8016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Structured</a:t>
          </a:r>
        </a:p>
      </dsp:txBody>
      <dsp:txXfrm>
        <a:off x="2667005" y="2472909"/>
        <a:ext cx="1262434" cy="801645"/>
      </dsp:txXfrm>
    </dsp:sp>
    <dsp:sp modelId="{53F88EF1-E472-4037-B386-318C5366DDFA}">
      <dsp:nvSpPr>
        <dsp:cNvPr id="0" name=""/>
        <dsp:cNvSpPr/>
      </dsp:nvSpPr>
      <dsp:spPr>
        <a:xfrm>
          <a:off x="6141089" y="1170848"/>
          <a:ext cx="1262434" cy="8016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47651B-8B1E-45D5-8FD9-2F3B6A3334F1}">
      <dsp:nvSpPr>
        <dsp:cNvPr id="0" name=""/>
        <dsp:cNvSpPr/>
      </dsp:nvSpPr>
      <dsp:spPr>
        <a:xfrm>
          <a:off x="6281359" y="1304105"/>
          <a:ext cx="1262434" cy="8016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Variables</a:t>
          </a:r>
        </a:p>
      </dsp:txBody>
      <dsp:txXfrm>
        <a:off x="6281359" y="1304105"/>
        <a:ext cx="1262434" cy="801645"/>
      </dsp:txXfrm>
    </dsp:sp>
    <dsp:sp modelId="{7CE001A2-68EF-4F79-AE22-1B3859C9C75A}">
      <dsp:nvSpPr>
        <dsp:cNvPr id="0" name=""/>
        <dsp:cNvSpPr/>
      </dsp:nvSpPr>
      <dsp:spPr>
        <a:xfrm>
          <a:off x="4921891" y="2339652"/>
          <a:ext cx="1262434" cy="8016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EE7A5F-73B2-4B17-878A-B5A19B3497DC}">
      <dsp:nvSpPr>
        <dsp:cNvPr id="0" name=""/>
        <dsp:cNvSpPr/>
      </dsp:nvSpPr>
      <dsp:spPr>
        <a:xfrm>
          <a:off x="5062162" y="2472909"/>
          <a:ext cx="1262434" cy="8016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Free </a:t>
          </a:r>
        </a:p>
      </dsp:txBody>
      <dsp:txXfrm>
        <a:off x="5062162" y="2472909"/>
        <a:ext cx="1262434" cy="801645"/>
      </dsp:txXfrm>
    </dsp:sp>
    <dsp:sp modelId="{BB8A5FCF-94AA-46ED-9474-04DD05E112EE}">
      <dsp:nvSpPr>
        <dsp:cNvPr id="0" name=""/>
        <dsp:cNvSpPr/>
      </dsp:nvSpPr>
      <dsp:spPr>
        <a:xfrm>
          <a:off x="7360299" y="2339652"/>
          <a:ext cx="1262434" cy="8016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3D7301-06D3-48CA-A185-3A24FCDA1FAD}">
      <dsp:nvSpPr>
        <dsp:cNvPr id="0" name=""/>
        <dsp:cNvSpPr/>
      </dsp:nvSpPr>
      <dsp:spPr>
        <a:xfrm>
          <a:off x="7500570" y="2472909"/>
          <a:ext cx="1262434" cy="80164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Bound</a:t>
          </a:r>
        </a:p>
      </dsp:txBody>
      <dsp:txXfrm>
        <a:off x="7500570" y="2472909"/>
        <a:ext cx="1262434" cy="80164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9EFE88B3-1256-4859-80D7-90B9BEAEFBC0}" type="datetimeFigureOut">
              <a:rPr lang="ar-SA" smtClean="0"/>
              <a:pPr/>
              <a:t>24/04/1446</a:t>
            </a:fld>
            <a:endParaRPr lang="ar-SA"/>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6" name="عنصر نائب للتذييل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1783305D-440A-48EE-BAD3-89E7CEEC0AA2}" type="slidenum">
              <a:rPr lang="ar-SA" smtClean="0"/>
              <a:pPr/>
              <a:t>‹#›</a:t>
            </a:fld>
            <a:endParaRPr lang="ar-SA"/>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Symbol is the same as String but without double quotes and no special characters or spaces are allowed.</a:t>
            </a:r>
          </a:p>
          <a:p>
            <a:endParaRPr lang="en-US" dirty="0"/>
          </a:p>
        </p:txBody>
      </p:sp>
      <p:sp>
        <p:nvSpPr>
          <p:cNvPr id="4" name="Slide Number Placeholder 3"/>
          <p:cNvSpPr>
            <a:spLocks noGrp="1"/>
          </p:cNvSpPr>
          <p:nvPr>
            <p:ph type="sldNum" sz="quarter" idx="10"/>
          </p:nvPr>
        </p:nvSpPr>
        <p:spPr/>
        <p:txBody>
          <a:bodyPr/>
          <a:lstStyle/>
          <a:p>
            <a:fld id="{B4B5EA5E-DB4A-4178-9426-786ACBFC7433}" type="slidenum">
              <a:rPr lang="en-US" smtClean="0"/>
              <a:pPr/>
              <a:t>10</a:t>
            </a:fld>
            <a:endParaRPr lang="en-US"/>
          </a:p>
        </p:txBody>
      </p:sp>
    </p:spTree>
    <p:extLst>
      <p:ext uri="{BB962C8B-B14F-4D97-AF65-F5344CB8AC3E}">
        <p14:creationId xmlns:p14="http://schemas.microsoft.com/office/powerpoint/2010/main" xmlns="" val="1863502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bg>
      <p:bgRef idx="1002">
        <a:schemeClr val="bg2"/>
      </p:bgRef>
    </p:bg>
    <p:spTree>
      <p:nvGrpSpPr>
        <p:cNvPr id="1" name=""/>
        <p:cNvGrpSpPr/>
        <p:nvPr/>
      </p:nvGrpSpPr>
      <p:grpSpPr>
        <a:xfrm>
          <a:off x="0" y="0"/>
          <a:ext cx="0" cy="0"/>
          <a:chOff x="0" y="0"/>
          <a:chExt cx="0" cy="0"/>
        </a:xfrm>
      </p:grpSpPr>
      <p:sp>
        <p:nvSpPr>
          <p:cNvPr id="9" name="عنوان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ar-SA" smtClean="0"/>
              <a:t>انقر لتحرير نمط العنوان الرئيسي</a:t>
            </a:r>
            <a:endParaRPr kumimoji="0" lang="en-US"/>
          </a:p>
        </p:txBody>
      </p:sp>
      <p:sp>
        <p:nvSpPr>
          <p:cNvPr id="17" name="عنوان فرعي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ar-SA" smtClean="0"/>
              <a:t>انقر لتحرير نمط العنوان الثانوي الرئيسي</a:t>
            </a:r>
            <a:endParaRPr kumimoji="0" lang="en-US"/>
          </a:p>
        </p:txBody>
      </p:sp>
      <p:sp>
        <p:nvSpPr>
          <p:cNvPr id="30" name="عنصر نائب للتاريخ 29"/>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19" name="عنصر نائب للتذييل 18"/>
          <p:cNvSpPr>
            <a:spLocks noGrp="1"/>
          </p:cNvSpPr>
          <p:nvPr>
            <p:ph type="ftr" sz="quarter" idx="11"/>
          </p:nvPr>
        </p:nvSpPr>
        <p:spPr/>
        <p:txBody>
          <a:bodyPr/>
          <a:lstStyle/>
          <a:p>
            <a:endParaRPr lang="ar-SA"/>
          </a:p>
        </p:txBody>
      </p:sp>
      <p:sp>
        <p:nvSpPr>
          <p:cNvPr id="27" name="عنصر نائب لرقم الشريحة 26"/>
          <p:cNvSpPr>
            <a:spLocks noGrp="1"/>
          </p:cNvSpPr>
          <p:nvPr>
            <p:ph type="sldNum" sz="quarter" idx="12"/>
          </p:nvPr>
        </p:nvSpPr>
        <p:spPr/>
        <p:txBody>
          <a:bodyPr/>
          <a:lstStyle/>
          <a:p>
            <a:fld id="{69D7A5D0-DE17-4963-BBED-57170BA14A04}" type="slidenum">
              <a:rPr lang="ar-SA" smtClean="0"/>
              <a:pPr/>
              <a:t>‹#›</a:t>
            </a:fld>
            <a:endParaRPr lang="ar-SA"/>
          </a:p>
        </p:txBody>
      </p:sp>
    </p:spTree>
  </p:cSld>
  <p:clrMapOvr>
    <a:overrideClrMapping bg1="dk1" tx1="lt1" bg2="dk2" tx2="lt2" accent1="accent1" accent2="accent2" accent3="accent3" accent4="accent4" accent5="accent5" accent6="accent6" hlink="hlink" folHlink="folHlink"/>
  </p:clrMapOvr>
  <p:transition>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kumimoji="0" lang="ar-SA" smtClean="0"/>
              <a:t>انقر لتحرير نمط العنوان الرئيسي</a:t>
            </a:r>
            <a:endParaRPr kumimoji="0" lang="en-US"/>
          </a:p>
        </p:txBody>
      </p:sp>
      <p:sp>
        <p:nvSpPr>
          <p:cNvPr id="3" name="عنصر نائب للمحتوى 2"/>
          <p:cNvSpPr>
            <a:spLocks noGrp="1"/>
          </p:cNvSpPr>
          <p:nvPr>
            <p:ph idx="1"/>
          </p:nvPr>
        </p:nvSpPr>
        <p:spPr/>
        <p:txBody>
          <a:body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عنصر نائب للتاريخ 3"/>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bg>
      <p:bgRef idx="1002">
        <a:schemeClr val="bg2"/>
      </p:bgRef>
    </p:bg>
    <p:spTree>
      <p:nvGrpSpPr>
        <p:cNvPr id="1" name=""/>
        <p:cNvGrpSpPr/>
        <p:nvPr/>
      </p:nvGrpSpPr>
      <p:grpSpPr>
        <a:xfrm>
          <a:off x="0" y="0"/>
          <a:ext cx="0" cy="0"/>
          <a:chOff x="0" y="0"/>
          <a:chExt cx="0" cy="0"/>
        </a:xfrm>
      </p:grpSpPr>
      <p:sp>
        <p:nvSpPr>
          <p:cNvPr id="2" name="عنوان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ar-SA" smtClean="0"/>
              <a:t>انقر لتحرير نمط العنوان الرئيسي</a:t>
            </a:r>
            <a:endParaRPr kumimoji="0" lang="en-US"/>
          </a:p>
        </p:txBody>
      </p:sp>
      <p:sp>
        <p:nvSpPr>
          <p:cNvPr id="3" name="عنصر نائب للنص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69D7A5D0-DE17-4963-BBED-57170BA14A04}" type="slidenum">
              <a:rPr lang="ar-SA" smtClean="0"/>
              <a:pPr/>
              <a:t>‹#›</a:t>
            </a:fld>
            <a:endParaRPr lang="ar-SA"/>
          </a:p>
        </p:txBody>
      </p:sp>
    </p:spTree>
  </p:cSld>
  <p:clrMapOvr>
    <a:overrideClrMapping bg1="dk1" tx1="lt1" bg2="dk2" tx2="lt2" accent1="accent1" accent2="accent2" accent3="accent3" accent4="accent4" accent5="accent5" accent6="accent6" hlink="hlink" folHlink="folHlink"/>
  </p:clrMapOvr>
  <p:transition>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704088"/>
            <a:ext cx="8229600" cy="1143000"/>
          </a:xfrm>
        </p:spPr>
        <p:txBody>
          <a:bodyPr/>
          <a:lstStyle/>
          <a:p>
            <a:r>
              <a:rPr kumimoji="0" lang="ar-SA" smtClean="0"/>
              <a:t>انقر لتحرير نمط العنوان الرئيسي</a:t>
            </a:r>
            <a:endParaRPr kumimoji="0" lang="en-US"/>
          </a:p>
        </p:txBody>
      </p:sp>
      <p:sp>
        <p:nvSpPr>
          <p:cNvPr id="3" name="عنصر نائب للمحتوى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عنصر نائب للمحتوى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5" name="عنصر نائب للتاريخ 4"/>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704088"/>
            <a:ext cx="8229600" cy="1143000"/>
          </a:xfrm>
        </p:spPr>
        <p:txBody>
          <a:bodyPr tIns="45720" anchor="b"/>
          <a:lstStyle>
            <a:lvl1pPr>
              <a:defRPr/>
            </a:lvl1pPr>
          </a:lstStyle>
          <a:p>
            <a:r>
              <a:rPr kumimoji="0" lang="ar-SA" smtClean="0"/>
              <a:t>انقر لتحرير نمط العنوان الرئيسي</a:t>
            </a:r>
            <a:endParaRPr kumimoji="0" lang="en-US"/>
          </a:p>
        </p:txBody>
      </p:sp>
      <p:sp>
        <p:nvSpPr>
          <p:cNvPr id="3" name="عنصر نائب للنص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ar-SA" smtClean="0"/>
              <a:t>انقر لتحرير أنماط النص الرئيسي</a:t>
            </a:r>
          </a:p>
        </p:txBody>
      </p:sp>
      <p:sp>
        <p:nvSpPr>
          <p:cNvPr id="4" name="عنصر نائب للنص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ar-SA" smtClean="0"/>
              <a:t>انقر لتحرير أنماط النص الرئيسي</a:t>
            </a:r>
          </a:p>
        </p:txBody>
      </p:sp>
      <p:sp>
        <p:nvSpPr>
          <p:cNvPr id="5" name="عنصر نائب للمحتوى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6" name="عنصر نائب للمحتوى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7" name="عنصر نائب للتاريخ 6"/>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8" name="عنصر نائب للتذييل 7"/>
          <p:cNvSpPr>
            <a:spLocks noGrp="1"/>
          </p:cNvSpPr>
          <p:nvPr>
            <p:ph type="ftr" sz="quarter" idx="11"/>
          </p:nvPr>
        </p:nvSpPr>
        <p:spPr/>
        <p:txBody>
          <a:bodyPr/>
          <a:lstStyle/>
          <a:p>
            <a:endParaRPr lang="ar-SA"/>
          </a:p>
        </p:txBody>
      </p:sp>
      <p:sp>
        <p:nvSpPr>
          <p:cNvPr id="9" name="عنصر نائب لرقم الشريحة 8"/>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ar-SA" smtClean="0"/>
              <a:t>انقر لتحرير نمط العنوان الرئيسي</a:t>
            </a:r>
            <a:endParaRPr kumimoji="0" lang="en-US"/>
          </a:p>
        </p:txBody>
      </p:sp>
      <p:sp>
        <p:nvSpPr>
          <p:cNvPr id="3" name="عنصر نائب للتاريخ 2"/>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4" name="عنصر نائب للتذييل 3"/>
          <p:cNvSpPr>
            <a:spLocks noGrp="1"/>
          </p:cNvSpPr>
          <p:nvPr>
            <p:ph type="ftr" sz="quarter" idx="11"/>
          </p:nvPr>
        </p:nvSpPr>
        <p:spPr/>
        <p:txBody>
          <a:bodyPr/>
          <a:lstStyle/>
          <a:p>
            <a:endParaRPr lang="ar-SA"/>
          </a:p>
        </p:txBody>
      </p:sp>
      <p:sp>
        <p:nvSpPr>
          <p:cNvPr id="5" name="عنصر نائب لرقم الشريحة 4"/>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3" name="عنصر نائب للتذييل 2"/>
          <p:cNvSpPr>
            <a:spLocks noGrp="1"/>
          </p:cNvSpPr>
          <p:nvPr>
            <p:ph type="ftr" sz="quarter" idx="11"/>
          </p:nvPr>
        </p:nvSpPr>
        <p:spPr/>
        <p:txBody>
          <a:bodyPr/>
          <a:lstStyle/>
          <a:p>
            <a:endParaRPr lang="ar-SA"/>
          </a:p>
        </p:txBody>
      </p:sp>
      <p:sp>
        <p:nvSpPr>
          <p:cNvPr id="4" name="عنصر نائب لرقم الشريحة 3"/>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ar-SA" smtClean="0"/>
              <a:t>انقر لتحرير نمط العنوان الرئيسي</a:t>
            </a:r>
            <a:endParaRPr kumimoji="0" lang="en-US"/>
          </a:p>
        </p:txBody>
      </p:sp>
      <p:sp>
        <p:nvSpPr>
          <p:cNvPr id="3" name="عنصر نائب للنص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ar-SA" smtClean="0"/>
              <a:t>انقر لتحرير أنماط النص الرئيسي</a:t>
            </a:r>
          </a:p>
        </p:txBody>
      </p:sp>
      <p:sp>
        <p:nvSpPr>
          <p:cNvPr id="4" name="عنصر نائب للمحتوى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5" name="عنصر نائب للتاريخ 4"/>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ذو تسمية توضيحية">
    <p:spTree>
      <p:nvGrpSpPr>
        <p:cNvPr id="1" name=""/>
        <p:cNvGrpSpPr/>
        <p:nvPr/>
      </p:nvGrpSpPr>
      <p:grpSpPr>
        <a:xfrm>
          <a:off x="0" y="0"/>
          <a:ext cx="0" cy="0"/>
          <a:chOff x="0" y="0"/>
          <a:chExt cx="0" cy="0"/>
        </a:xfrm>
      </p:grpSpPr>
      <p:sp>
        <p:nvSpPr>
          <p:cNvPr id="9" name="مستطيل ذو زاوية واحدة مخدوشة ودائرية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مثلث قائم الزاوية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عنوان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ar-SA" smtClean="0"/>
              <a:t>انقر لتحرير نمط العنوان الرئيسي</a:t>
            </a:r>
            <a:endParaRPr kumimoji="0" lang="en-US"/>
          </a:p>
        </p:txBody>
      </p:sp>
      <p:sp>
        <p:nvSpPr>
          <p:cNvPr id="4" name="عنصر نائب للنص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a:xfrm>
            <a:off x="8077200" y="6356350"/>
            <a:ext cx="609600" cy="365125"/>
          </a:xfrm>
        </p:spPr>
        <p:txBody>
          <a:bodyPr/>
          <a:lstStyle/>
          <a:p>
            <a:fld id="{69D7A5D0-DE17-4963-BBED-57170BA14A04}" type="slidenum">
              <a:rPr lang="ar-SA" smtClean="0"/>
              <a:pPr/>
              <a:t>‹#›</a:t>
            </a:fld>
            <a:endParaRPr lang="ar-SA"/>
          </a:p>
        </p:txBody>
      </p:sp>
      <p:sp>
        <p:nvSpPr>
          <p:cNvPr id="3" name="عنصر نائب للصورة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ar-SA" smtClean="0"/>
              <a:t>انقر فوق الرمز لإضافة صورة</a:t>
            </a:r>
            <a:endParaRPr kumimoji="0" lang="en-US" dirty="0"/>
          </a:p>
        </p:txBody>
      </p:sp>
      <p:sp>
        <p:nvSpPr>
          <p:cNvPr id="10" name="شكل حر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شكل حر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p:wip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kumimoji="0" lang="ar-SA" smtClean="0"/>
              <a:t>انقر لتحرير نمط العنوان الرئيسي</a:t>
            </a:r>
            <a:endParaRPr kumimoji="0" lang="en-US"/>
          </a:p>
        </p:txBody>
      </p:sp>
      <p:sp>
        <p:nvSpPr>
          <p:cNvPr id="3" name="عنصر نائب للعنوان العمودي 2"/>
          <p:cNvSpPr>
            <a:spLocks noGrp="1"/>
          </p:cNvSpPr>
          <p:nvPr>
            <p:ph type="body" orient="vert" idx="1"/>
          </p:nvPr>
        </p:nvSpPr>
        <p:spPr/>
        <p:txBody>
          <a:bodyPr vert="eaVert"/>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عنصر نائب للتاريخ 3"/>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914401"/>
            <a:ext cx="2057400" cy="5211763"/>
          </a:xfrm>
        </p:spPr>
        <p:txBody>
          <a:bodyPr vert="eaVert"/>
          <a:lstStyle/>
          <a:p>
            <a:r>
              <a:rPr kumimoji="0" lang="ar-SA" smtClean="0"/>
              <a:t>انقر لتحرير نمط العنوان الرئيسي</a:t>
            </a:r>
            <a:endParaRPr kumimoji="0" lang="en-US"/>
          </a:p>
        </p:txBody>
      </p:sp>
      <p:sp>
        <p:nvSpPr>
          <p:cNvPr id="3" name="عنصر نائب للعنوان العمودي 2"/>
          <p:cNvSpPr>
            <a:spLocks noGrp="1"/>
          </p:cNvSpPr>
          <p:nvPr>
            <p:ph type="body" orient="vert" idx="1"/>
          </p:nvPr>
        </p:nvSpPr>
        <p:spPr>
          <a:xfrm>
            <a:off x="457200" y="914401"/>
            <a:ext cx="6019800" cy="5211763"/>
          </a:xfrm>
        </p:spPr>
        <p:txBody>
          <a:bodyPr vert="eaVert"/>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عنصر نائب للتاريخ 3"/>
          <p:cNvSpPr>
            <a:spLocks noGrp="1"/>
          </p:cNvSpPr>
          <p:nvPr>
            <p:ph type="dt" sz="half" idx="10"/>
          </p:nvPr>
        </p:nvSpPr>
        <p:spPr/>
        <p:txBody>
          <a:bodyPr/>
          <a:lstStyle/>
          <a:p>
            <a:fld id="{5BA1452B-B588-4E45-A7E5-6C24AC4B4912}" type="datetimeFigureOut">
              <a:rPr lang="ar-SA" smtClean="0"/>
              <a:pPr/>
              <a:t>24/04/1446</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69D7A5D0-DE17-4963-BBED-57170BA14A04}" type="slidenum">
              <a:rPr lang="ar-SA" smtClean="0"/>
              <a:pPr/>
              <a:t>‹#›</a:t>
            </a:fld>
            <a:endParaRPr lang="ar-SA"/>
          </a:p>
        </p:txBody>
      </p:sp>
    </p:spTree>
  </p:cSld>
  <p:clrMapOvr>
    <a:masterClrMapping/>
  </p:clrMapOvr>
  <p:transition>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شكل حر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شكل حر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عنصر نائب للعنوان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ar-SA" smtClean="0"/>
              <a:t>انقر لتحرير نمط العنوان الرئيسي</a:t>
            </a:r>
            <a:endParaRPr kumimoji="0" lang="en-US"/>
          </a:p>
        </p:txBody>
      </p:sp>
      <p:sp>
        <p:nvSpPr>
          <p:cNvPr id="30" name="عنصر نائب للنص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ar-SA" smtClean="0"/>
              <a:t>انقر لتحرير أنماط النص الرئيسي</a:t>
            </a:r>
          </a:p>
          <a:p>
            <a:pPr lvl="1" eaLnBrk="1" latinLnBrk="0" hangingPunct="1"/>
            <a:r>
              <a:rPr kumimoji="0" lang="ar-SA" smtClean="0"/>
              <a:t>المستوى الثاني</a:t>
            </a:r>
          </a:p>
          <a:p>
            <a:pPr lvl="2" eaLnBrk="1" latinLnBrk="0" hangingPunct="1"/>
            <a:r>
              <a:rPr kumimoji="0" lang="ar-SA" smtClean="0"/>
              <a:t>المستوى الثالث</a:t>
            </a:r>
          </a:p>
          <a:p>
            <a:pPr lvl="3" eaLnBrk="1" latinLnBrk="0" hangingPunct="1"/>
            <a:r>
              <a:rPr kumimoji="0" lang="ar-SA" smtClean="0"/>
              <a:t>المستوى الرابع</a:t>
            </a:r>
          </a:p>
          <a:p>
            <a:pPr lvl="4" eaLnBrk="1" latinLnBrk="0" hangingPunct="1"/>
            <a:r>
              <a:rPr kumimoji="0" lang="ar-SA" smtClean="0"/>
              <a:t>المستوى الخامس</a:t>
            </a:r>
            <a:endParaRPr kumimoji="0" lang="en-US"/>
          </a:p>
        </p:txBody>
      </p:sp>
      <p:sp>
        <p:nvSpPr>
          <p:cNvPr id="10" name="عنصر نائب للتاريخ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A1452B-B588-4E45-A7E5-6C24AC4B4912}" type="datetimeFigureOut">
              <a:rPr lang="ar-SA" smtClean="0"/>
              <a:pPr/>
              <a:t>24/04/1446</a:t>
            </a:fld>
            <a:endParaRPr lang="ar-SA"/>
          </a:p>
        </p:txBody>
      </p:sp>
      <p:sp>
        <p:nvSpPr>
          <p:cNvPr id="22" name="عنصر نائب للتذييل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ar-SA"/>
          </a:p>
        </p:txBody>
      </p:sp>
      <p:sp>
        <p:nvSpPr>
          <p:cNvPr id="18" name="عنصر نائب لرقم الشريحة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9D7A5D0-DE17-4963-BBED-57170BA14A04}" type="slidenum">
              <a:rPr lang="ar-SA" smtClean="0"/>
              <a:pPr/>
              <a:t>‹#›</a:t>
            </a:fld>
            <a:endParaRPr lang="ar-SA"/>
          </a:p>
        </p:txBody>
      </p:sp>
      <p:grpSp>
        <p:nvGrpSpPr>
          <p:cNvPr id="2" name="مجموعة 1"/>
          <p:cNvGrpSpPr/>
          <p:nvPr/>
        </p:nvGrpSpPr>
        <p:grpSpPr>
          <a:xfrm>
            <a:off x="-19017" y="202408"/>
            <a:ext cx="9180548" cy="649224"/>
            <a:chOff x="-19045" y="216550"/>
            <a:chExt cx="9180548" cy="649224"/>
          </a:xfrm>
        </p:grpSpPr>
        <p:sp>
          <p:nvSpPr>
            <p:cNvPr id="12" name="شكل حر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شكل حر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wipe/>
  </p:transition>
  <p:timing>
    <p:tnLst>
      <p:par>
        <p:cTn id="1" dur="indefinite" restart="never" nodeType="tmRoot"/>
      </p:par>
    </p:tnLst>
  </p:timing>
  <p:txStyles>
    <p:titleStyle>
      <a:lvl1pPr algn="l" rtl="1"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r" rtl="1"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r" rtl="1"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r" rtl="1"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r" rtl="1"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r" rtl="1"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r" rtl="1"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r" rtl="1"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r" rtl="1"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r" rtl="1"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ar-SA" dirty="0" smtClean="0"/>
              <a:t>البرمجة المنطقية</a:t>
            </a:r>
            <a:br>
              <a:rPr lang="ar-SA" dirty="0" smtClean="0"/>
            </a:br>
            <a:r>
              <a:rPr lang="en-US" dirty="0" smtClean="0"/>
              <a:t> Logic programming</a:t>
            </a:r>
            <a:endParaRPr lang="ar-SA" dirty="0"/>
          </a:p>
        </p:txBody>
      </p:sp>
      <p:sp>
        <p:nvSpPr>
          <p:cNvPr id="3" name="عنصر نائب للمحتوى 2"/>
          <p:cNvSpPr>
            <a:spLocks noGrp="1"/>
          </p:cNvSpPr>
          <p:nvPr>
            <p:ph idx="1"/>
          </p:nvPr>
        </p:nvSpPr>
        <p:spPr/>
        <p:txBody>
          <a:bodyPr/>
          <a:lstStyle/>
          <a:p>
            <a:r>
              <a:rPr lang="en-US" dirty="0" smtClean="0"/>
              <a:t>Logic programming</a:t>
            </a:r>
          </a:p>
          <a:p>
            <a:r>
              <a:rPr lang="en-US" dirty="0" smtClean="0"/>
              <a:t> </a:t>
            </a:r>
            <a:r>
              <a:rPr lang="ar-SA" dirty="0"/>
              <a:t>هي بمفهومها العام استعمال المنطق الرياضي من أجل برمجة </a:t>
            </a:r>
            <a:r>
              <a:rPr lang="ar-SA" dirty="0" smtClean="0"/>
              <a:t>الحاسوب </a:t>
            </a:r>
            <a:r>
              <a:rPr lang="ar-SA" dirty="0"/>
              <a:t>ويستعمل المنطق لغة </a:t>
            </a:r>
            <a:r>
              <a:rPr lang="ar-SA" dirty="0" err="1" smtClean="0"/>
              <a:t>تصريحية</a:t>
            </a:r>
            <a:r>
              <a:rPr lang="ar-SA" dirty="0" smtClean="0"/>
              <a:t> </a:t>
            </a:r>
            <a:r>
              <a:rPr lang="ar-SA" dirty="0"/>
              <a:t>للتعبير عن المشكلة</a:t>
            </a:r>
            <a:r>
              <a:rPr lang="ar-SA" dirty="0" smtClean="0"/>
              <a:t>.</a:t>
            </a:r>
            <a:endParaRPr lang="en-US" dirty="0" smtClean="0"/>
          </a:p>
          <a:p>
            <a:endParaRPr lang="ar-SA" dirty="0"/>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ar-SA" dirty="0" smtClean="0"/>
              <a:t>ماذا يقصد بالبرمجة </a:t>
            </a:r>
            <a:r>
              <a:rPr lang="ar-SA" dirty="0" err="1" smtClean="0"/>
              <a:t>المنطقية؟</a:t>
            </a:r>
            <a:r>
              <a:rPr lang="ar-SA" dirty="0" smtClean="0"/>
              <a:t/>
            </a:r>
            <a:br>
              <a:rPr lang="ar-SA" dirty="0" smtClean="0"/>
            </a:br>
            <a:endParaRPr lang="ar-SA" dirty="0"/>
          </a:p>
        </p:txBody>
      </p:sp>
      <p:sp>
        <p:nvSpPr>
          <p:cNvPr id="3" name="عنصر نائب للمحتوى 2"/>
          <p:cNvSpPr>
            <a:spLocks noGrp="1"/>
          </p:cNvSpPr>
          <p:nvPr>
            <p:ph idx="1"/>
          </p:nvPr>
        </p:nvSpPr>
        <p:spPr/>
        <p:txBody>
          <a:bodyPr/>
          <a:lstStyle/>
          <a:p>
            <a:r>
              <a:rPr lang="ar-SA" dirty="0" smtClean="0"/>
              <a:t>البرمجة </a:t>
            </a:r>
            <a:r>
              <a:rPr lang="ar-SA" dirty="0"/>
              <a:t>المنطقية هي نموذج برمجة وقواعد بيانات وتمثيل المعرفة يعتمد على المنطق </a:t>
            </a:r>
            <a:r>
              <a:rPr lang="ar-SA" dirty="0" err="1"/>
              <a:t>الرسمي .</a:t>
            </a:r>
            <a:r>
              <a:rPr lang="ar-SA" dirty="0"/>
              <a:t> </a:t>
            </a:r>
            <a:endParaRPr lang="ar-SA" dirty="0" smtClean="0"/>
          </a:p>
          <a:p>
            <a:r>
              <a:rPr lang="ar-SA" dirty="0" smtClean="0"/>
              <a:t>البرنامج </a:t>
            </a:r>
            <a:r>
              <a:rPr lang="ar-SA" dirty="0"/>
              <a:t>المنطقي هو مجموعة من الجمل في شكل منطقي، تمثل المعرفة حول بعض مجالات </a:t>
            </a:r>
            <a:r>
              <a:rPr lang="ar-SA" dirty="0" err="1"/>
              <a:t>المشكلات.</a:t>
            </a:r>
            <a:r>
              <a:rPr lang="ar-SA" dirty="0"/>
              <a:t> </a:t>
            </a:r>
            <a:endParaRPr lang="ar-SA" dirty="0" smtClean="0"/>
          </a:p>
          <a:p>
            <a:r>
              <a:rPr lang="ar-SA" dirty="0" smtClean="0"/>
              <a:t>يتم </a:t>
            </a:r>
            <a:r>
              <a:rPr lang="ar-SA" dirty="0"/>
              <a:t>إجراء الحساب من خلال تطبيق المنطق على تلك المعرفة لحل المشكلات في هذا المجال</a:t>
            </a:r>
          </a:p>
          <a:p>
            <a:endParaRPr lang="ar-SA" dirty="0"/>
          </a:p>
        </p:txBody>
      </p:sp>
    </p:spTree>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SA"/>
          </a:p>
        </p:txBody>
      </p:sp>
      <p:sp>
        <p:nvSpPr>
          <p:cNvPr id="3" name="عنصر نائب للمحتوى 2"/>
          <p:cNvSpPr>
            <a:spLocks noGrp="1"/>
          </p:cNvSpPr>
          <p:nvPr>
            <p:ph idx="1"/>
          </p:nvPr>
        </p:nvSpPr>
        <p:spPr/>
        <p:txBody>
          <a:bodyPr/>
          <a:lstStyle/>
          <a:p>
            <a:r>
              <a:rPr lang="ar-SA" dirty="0" smtClean="0"/>
              <a:t>البرمجة المنطقية هي مفهوم برمجة مثل البرمجة </a:t>
            </a:r>
            <a:r>
              <a:rPr lang="ar-SA" dirty="0" err="1" smtClean="0"/>
              <a:t>الشيئية.</a:t>
            </a:r>
            <a:r>
              <a:rPr lang="ar-SA" dirty="0" smtClean="0"/>
              <a:t> فكر مثل العقل </a:t>
            </a:r>
            <a:r>
              <a:rPr lang="ar-SA" dirty="0" err="1" smtClean="0"/>
              <a:t>البشري.</a:t>
            </a:r>
            <a:r>
              <a:rPr lang="ar-SA" dirty="0" smtClean="0"/>
              <a:t> لديه المعرفة ومن هذه المعرفة يمكن أن يستنتج أشياء </a:t>
            </a:r>
            <a:r>
              <a:rPr lang="ar-SA" dirty="0" err="1" smtClean="0"/>
              <a:t>جديدة </a:t>
            </a:r>
            <a:r>
              <a:rPr lang="ar-SA" dirty="0" smtClean="0"/>
              <a:t>(الاستدلال</a:t>
            </a:r>
            <a:r>
              <a:rPr lang="ar-SA" dirty="0" err="1" smtClean="0"/>
              <a:t>).</a:t>
            </a:r>
            <a:r>
              <a:rPr lang="ar-SA" dirty="0" smtClean="0"/>
              <a:t> فبدلاً من كتابة الكثير من الحقائق، يمكننا استخدام القواعد لاستنتاج معلومات جديدة من الحقائق المعروفة </a:t>
            </a:r>
            <a:r>
              <a:rPr lang="ar-SA" dirty="0" err="1" smtClean="0"/>
              <a:t>السابقة.</a:t>
            </a:r>
            <a:r>
              <a:rPr lang="ar-SA" dirty="0" smtClean="0"/>
              <a:t> يمكن أن </a:t>
            </a:r>
            <a:r>
              <a:rPr lang="ar-SA" dirty="0" err="1" smtClean="0"/>
              <a:t>تتعلم.</a:t>
            </a:r>
            <a:r>
              <a:rPr lang="ar-SA" dirty="0" smtClean="0"/>
              <a:t> في البرمجة المنطقية، يتم إعطاء البرنامج مجموعة من الحقائق والقواعد التي يمكن من خلالها استنتاج الإجراء الذي يجب اتخاذه.</a:t>
            </a:r>
            <a:endParaRPr lang="ar-SA" dirty="0"/>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0"/>
            <a:ext cx="8229600" cy="1143000"/>
          </a:xfrm>
        </p:spPr>
        <p:txBody>
          <a:bodyPr/>
          <a:lstStyle/>
          <a:p>
            <a:r>
              <a:rPr lang="en-US" dirty="0" smtClean="0"/>
              <a:t>Language history</a:t>
            </a:r>
            <a:endParaRPr lang="ar-SA" dirty="0"/>
          </a:p>
        </p:txBody>
      </p:sp>
      <p:sp>
        <p:nvSpPr>
          <p:cNvPr id="3" name="عنصر نائب للمحتوى 2"/>
          <p:cNvSpPr>
            <a:spLocks noGrp="1"/>
          </p:cNvSpPr>
          <p:nvPr>
            <p:ph idx="1"/>
          </p:nvPr>
        </p:nvSpPr>
        <p:spPr>
          <a:xfrm>
            <a:off x="0" y="990600"/>
            <a:ext cx="9144000" cy="5867400"/>
          </a:xfrm>
        </p:spPr>
        <p:txBody>
          <a:bodyPr>
            <a:normAutofit/>
          </a:bodyPr>
          <a:lstStyle/>
          <a:p>
            <a:r>
              <a:rPr lang="ar-SA" dirty="0" smtClean="0"/>
              <a:t>تم تطوير لغات البرمجة المنطقية في الأصل في الستينيات في الأوساط </a:t>
            </a:r>
            <a:r>
              <a:rPr lang="ar-SA" dirty="0" err="1" smtClean="0"/>
              <a:t>الأكاديمية.</a:t>
            </a:r>
            <a:r>
              <a:rPr lang="ar-SA" dirty="0" smtClean="0"/>
              <a:t> تم تصميمه في الأصل للمساعدة في دراسة تمثيل المعرفة والذكاء </a:t>
            </a:r>
            <a:r>
              <a:rPr lang="ar-SA" dirty="0" err="1" smtClean="0"/>
              <a:t>الاصطناعي.</a:t>
            </a:r>
            <a:r>
              <a:rPr lang="ar-SA" dirty="0" smtClean="0"/>
              <a:t> البرمجة المنطقية هي شكل مختلف من البرمجة التعريفية التي تعتمد على نوع من المنطق الرسمي يسمى حساب التفاضل والتكامل </a:t>
            </a:r>
            <a:r>
              <a:rPr lang="ar-SA" dirty="0" err="1" smtClean="0"/>
              <a:t>المسند.</a:t>
            </a:r>
            <a:r>
              <a:rPr lang="ar-SA" dirty="0" smtClean="0"/>
              <a:t> تصف اللغات </a:t>
            </a:r>
            <a:r>
              <a:rPr lang="ar-SA" dirty="0" err="1" smtClean="0"/>
              <a:t>التصريحية</a:t>
            </a:r>
            <a:r>
              <a:rPr lang="ar-SA" dirty="0" smtClean="0"/>
              <a:t> ما يجب أن يفعله البرنامج، ولكن ليس كيفية القيام </a:t>
            </a:r>
            <a:r>
              <a:rPr lang="ar-SA" dirty="0" err="1" smtClean="0"/>
              <a:t>بذلك.</a:t>
            </a:r>
            <a:r>
              <a:rPr lang="ar-SA" dirty="0" smtClean="0"/>
              <a:t> يتم ترك الخوارزميات الدقيقة وطرق المعالجة للغة، والتي من المتوقع أن تولد النتيجة </a:t>
            </a:r>
            <a:r>
              <a:rPr lang="ar-SA" dirty="0" err="1" smtClean="0"/>
              <a:t>المناسبة.</a:t>
            </a:r>
            <a:r>
              <a:rPr lang="ar-SA" dirty="0" smtClean="0"/>
              <a:t> لا ينبغي الخلط بين البرمجة المنطقية ومنطق البرمجة، وهو دراسة أكثر عمومية لكيفية تطبيق القواعد المنطقية في برمجة </a:t>
            </a:r>
            <a:r>
              <a:rPr lang="ar-SA" dirty="0" err="1" smtClean="0"/>
              <a:t>الكمبيوتر.</a:t>
            </a:r>
            <a:r>
              <a:rPr lang="ar-SA" dirty="0" smtClean="0"/>
              <a:t> تعتمد البرامج المنطقية بشكل كامل على البيانات ولا تتضمن عادةً أي منطق </a:t>
            </a:r>
            <a:r>
              <a:rPr lang="ar-SA" dirty="0" err="1" smtClean="0"/>
              <a:t>اتصالي.</a:t>
            </a:r>
            <a:r>
              <a:rPr lang="ar-SA" dirty="0" smtClean="0"/>
              <a:t> بدلاً من ذلك، تستخدم البرامج مجموعة من البيانات المنطقية، والتي تسمى أيضًا </a:t>
            </a:r>
            <a:r>
              <a:rPr lang="ar-SA" dirty="0" err="1" smtClean="0"/>
              <a:t>المسندات.</a:t>
            </a:r>
            <a:r>
              <a:rPr lang="ar-SA" dirty="0" smtClean="0"/>
              <a:t> يمكن تصنيف المسندات إما إلى حقائق أو </a:t>
            </a:r>
            <a:r>
              <a:rPr lang="ar-SA" dirty="0" err="1" smtClean="0"/>
              <a:t>قواعد.</a:t>
            </a:r>
            <a:r>
              <a:rPr lang="ar-SA" dirty="0" smtClean="0"/>
              <a:t> الحقائق هي عبارات بسيطة لا تحتوي على جملة </a:t>
            </a:r>
            <a:r>
              <a:rPr lang="ar-SA" dirty="0" err="1" smtClean="0"/>
              <a:t>نصية.</a:t>
            </a:r>
            <a:r>
              <a:rPr lang="ar-SA" dirty="0" smtClean="0"/>
              <a:t> يعبرون عن المعلومات الأساسية حول </a:t>
            </a:r>
            <a:r>
              <a:rPr lang="ar-SA" dirty="0" err="1" smtClean="0"/>
              <a:t>المجال.</a:t>
            </a:r>
            <a:r>
              <a:rPr lang="ar-SA" dirty="0" smtClean="0"/>
              <a:t> </a:t>
            </a:r>
            <a:endParaRPr lang="ar-SA" dirty="0"/>
          </a:p>
        </p:txBody>
      </p:sp>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ar-SA" dirty="0" smtClean="0"/>
              <a:t>ما هو المنطق في </a:t>
            </a:r>
            <a:r>
              <a:rPr lang="ar-SA" dirty="0" err="1" smtClean="0"/>
              <a:t>البرمجة؟</a:t>
            </a:r>
            <a:r>
              <a:rPr lang="ar-SA" dirty="0" smtClean="0"/>
              <a:t/>
            </a:r>
            <a:br>
              <a:rPr lang="ar-SA" dirty="0" smtClean="0"/>
            </a:br>
            <a:endParaRPr lang="ar-SA" dirty="0"/>
          </a:p>
        </p:txBody>
      </p:sp>
      <p:sp>
        <p:nvSpPr>
          <p:cNvPr id="3" name="عنصر نائب للمحتوى 2"/>
          <p:cNvSpPr>
            <a:spLocks noGrp="1"/>
          </p:cNvSpPr>
          <p:nvPr>
            <p:ph idx="1"/>
          </p:nvPr>
        </p:nvSpPr>
        <p:spPr/>
        <p:txBody>
          <a:bodyPr>
            <a:normAutofit/>
          </a:bodyPr>
          <a:lstStyle/>
          <a:p>
            <a:r>
              <a:rPr lang="ar-SA" dirty="0" smtClean="0"/>
              <a:t>فالمنطق </a:t>
            </a:r>
            <a:r>
              <a:rPr lang="ar-SA" dirty="0"/>
              <a:t>هو الأساس في بناء الحاسوب، سواء فيزيائيًا حيث </a:t>
            </a:r>
            <a:r>
              <a:rPr lang="ar-SA" dirty="0" err="1"/>
              <a:t>الدارات</a:t>
            </a:r>
            <a:r>
              <a:rPr lang="ar-SA" dirty="0"/>
              <a:t> الرقمية، أو برمجيًا حيث تعتمد لغات البرمجة وكذلك الخوارزميات بأكملها على </a:t>
            </a:r>
            <a:r>
              <a:rPr lang="ar-SA" dirty="0" err="1"/>
              <a:t>المنطق.</a:t>
            </a:r>
            <a:r>
              <a:rPr lang="ar-SA" dirty="0"/>
              <a:t> فالمنطق هو العلم الذي يحول الأفكار التي تحل مشكلة ما لتسلسل علمي عقلاني منهجي سليم وتقوم بإثبات ذلك الحل وفق طرق الإثبات المنطقية المعتمِدة أيضًا على </a:t>
            </a:r>
            <a:r>
              <a:rPr lang="ar-SA" dirty="0" smtClean="0"/>
              <a:t>الرياضيّات.</a:t>
            </a:r>
          </a:p>
          <a:p>
            <a:r>
              <a:rPr lang="ar-SA" dirty="0"/>
              <a:t>تعريف المنطق من ناحية علمية، هو دراسة مناهج الفكر وطرق الاستدلال السليم وأول من عرف هذا المجال هو الفيلسوف الشهير أرسطو، ويقال أيضاً عن المنطق على أنه علم أو دراسة كيفية تقييم الحجج والأدلّة المنطقية، ويشار إلى أهميّته، لأنّه يساعد الناس على التمييز بين الأفكار المنطقية القوية منها والضعيفة، حتى يتمّ الوصول إلى المنطق </a:t>
            </a:r>
          </a:p>
          <a:p>
            <a:endParaRPr lang="ar-SA" dirty="0"/>
          </a:p>
        </p:txBody>
      </p:sp>
    </p:spTree>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ar-SA" dirty="0" smtClean="0"/>
              <a:t>أين يتم استخدام البرمجة </a:t>
            </a:r>
            <a:r>
              <a:rPr lang="ar-SA" dirty="0" err="1" smtClean="0"/>
              <a:t>المنطقية؟</a:t>
            </a:r>
            <a:r>
              <a:rPr lang="ar-SA" dirty="0" smtClean="0"/>
              <a:t/>
            </a:r>
            <a:br>
              <a:rPr lang="ar-SA" dirty="0" smtClean="0"/>
            </a:br>
            <a:endParaRPr lang="ar-SA" dirty="0"/>
          </a:p>
        </p:txBody>
      </p:sp>
      <p:sp>
        <p:nvSpPr>
          <p:cNvPr id="3" name="عنصر نائب للمحتوى 2"/>
          <p:cNvSpPr>
            <a:spLocks noGrp="1"/>
          </p:cNvSpPr>
          <p:nvPr>
            <p:ph idx="1"/>
          </p:nvPr>
        </p:nvSpPr>
        <p:spPr/>
        <p:txBody>
          <a:bodyPr/>
          <a:lstStyle/>
          <a:p>
            <a:r>
              <a:rPr lang="ar-SA" dirty="0" smtClean="0"/>
              <a:t>تُستخدم </a:t>
            </a:r>
            <a:r>
              <a:rPr lang="ar-SA" dirty="0"/>
              <a:t>في الذكاء الاصطناعي ومعالجة اللغة الطبيعية وإدارة قواعد البيانات والتحليل </a:t>
            </a:r>
            <a:r>
              <a:rPr lang="ar-SA" dirty="0" err="1"/>
              <a:t>التنبئي .</a:t>
            </a:r>
            <a:r>
              <a:rPr lang="ar-SA" dirty="0"/>
              <a:t> ومن أشهر لغات البرمجة المنطقية </a:t>
            </a:r>
            <a:r>
              <a:rPr lang="en-US" dirty="0"/>
              <a:t>Prolog </a:t>
            </a:r>
            <a:r>
              <a:rPr lang="ar-SA" dirty="0"/>
              <a:t>و</a:t>
            </a:r>
            <a:r>
              <a:rPr lang="en-US" dirty="0" err="1"/>
              <a:t>Datalog</a:t>
            </a:r>
            <a:r>
              <a:rPr lang="en-US" dirty="0"/>
              <a:t> </a:t>
            </a:r>
            <a:r>
              <a:rPr lang="ar-SA" dirty="0"/>
              <a:t>و</a:t>
            </a:r>
            <a:r>
              <a:rPr lang="en-US" dirty="0"/>
              <a:t>Answer Set Programming</a:t>
            </a:r>
          </a:p>
          <a:p>
            <a:endParaRPr lang="ar-SA" dirty="0"/>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152400"/>
            <a:ext cx="8229600" cy="1143000"/>
          </a:xfrm>
        </p:spPr>
        <p:txBody>
          <a:bodyPr>
            <a:normAutofit/>
          </a:bodyPr>
          <a:lstStyle/>
          <a:p>
            <a:r>
              <a:rPr lang="en-US" dirty="0" smtClean="0"/>
              <a:t>Prolog Programming</a:t>
            </a:r>
            <a:endParaRPr lang="ar-SA" dirty="0"/>
          </a:p>
        </p:txBody>
      </p:sp>
      <p:sp>
        <p:nvSpPr>
          <p:cNvPr id="3" name="عنصر نائب للمحتوى 2"/>
          <p:cNvSpPr>
            <a:spLocks noGrp="1"/>
          </p:cNvSpPr>
          <p:nvPr>
            <p:ph idx="1"/>
          </p:nvPr>
        </p:nvSpPr>
        <p:spPr>
          <a:xfrm>
            <a:off x="457200" y="1600200"/>
            <a:ext cx="8229600" cy="5257800"/>
          </a:xfrm>
        </p:spPr>
        <p:txBody>
          <a:bodyPr>
            <a:noAutofit/>
          </a:bodyPr>
          <a:lstStyle/>
          <a:p>
            <a:r>
              <a:rPr lang="ar-SA" sz="2800" dirty="0" smtClean="0"/>
              <a:t>لغة </a:t>
            </a:r>
            <a:r>
              <a:rPr lang="ar-SA" sz="2800" dirty="0" err="1"/>
              <a:t>البرولوج</a:t>
            </a:r>
            <a:r>
              <a:rPr lang="ar-SA" sz="2800" dirty="0"/>
              <a:t> </a:t>
            </a:r>
            <a:r>
              <a:rPr lang="en-US" sz="2800" dirty="0" smtClean="0"/>
              <a:t>PROLOG </a:t>
            </a:r>
            <a:r>
              <a:rPr lang="ar-SA" sz="2800" dirty="0" smtClean="0"/>
              <a:t>هي </a:t>
            </a:r>
            <a:r>
              <a:rPr lang="ar-SA" sz="2800" dirty="0"/>
              <a:t>اختصار </a:t>
            </a:r>
            <a:r>
              <a:rPr lang="en-US" sz="2800" dirty="0" smtClean="0"/>
              <a:t>PROGRAMMING </a:t>
            </a:r>
            <a:r>
              <a:rPr lang="en-US" sz="2800" dirty="0"/>
              <a:t>in LOGIC </a:t>
            </a:r>
            <a:r>
              <a:rPr lang="ar-SA" sz="2800" dirty="0" smtClean="0"/>
              <a:t>أي </a:t>
            </a:r>
            <a:r>
              <a:rPr lang="ar-SA" sz="2800" dirty="0"/>
              <a:t>البرمجة المنطقية.وصمم </a:t>
            </a:r>
            <a:r>
              <a:rPr lang="ar-SA" sz="2800" dirty="0" smtClean="0"/>
              <a:t>هذه اللغة </a:t>
            </a:r>
            <a:r>
              <a:rPr lang="ar-SA" sz="2800" dirty="0"/>
              <a:t>أستاذ بجامعة مرسيليا بفرنسا يدعى ألن </a:t>
            </a:r>
            <a:r>
              <a:rPr lang="ar-SA" sz="2800" dirty="0" err="1"/>
              <a:t>كولمرير</a:t>
            </a:r>
            <a:r>
              <a:rPr lang="ar-SA" sz="2800" dirty="0"/>
              <a:t> </a:t>
            </a:r>
            <a:r>
              <a:rPr lang="en-US" sz="2800" dirty="0" smtClean="0"/>
              <a:t>Alan </a:t>
            </a:r>
            <a:r>
              <a:rPr lang="en-US" sz="2800" dirty="0" err="1"/>
              <a:t>Colmeraur</a:t>
            </a:r>
            <a:r>
              <a:rPr lang="en-US" sz="2800" dirty="0"/>
              <a:t> </a:t>
            </a:r>
            <a:r>
              <a:rPr lang="ar-SA" sz="2800" dirty="0" smtClean="0"/>
              <a:t>سنة 1972.</a:t>
            </a:r>
          </a:p>
          <a:p>
            <a:r>
              <a:rPr lang="ar-SA" sz="2800" dirty="0" smtClean="0"/>
              <a:t> </a:t>
            </a:r>
            <a:r>
              <a:rPr lang="ar-SA" sz="2800" dirty="0"/>
              <a:t>ولغة </a:t>
            </a:r>
            <a:r>
              <a:rPr lang="ar-SA" sz="2800" dirty="0" err="1"/>
              <a:t>برولوج</a:t>
            </a:r>
            <a:r>
              <a:rPr lang="ar-SA" sz="2800" dirty="0"/>
              <a:t> هي </a:t>
            </a:r>
            <a:r>
              <a:rPr lang="ar-SA" sz="2800" dirty="0" smtClean="0"/>
              <a:t>لغة تصريحيه </a:t>
            </a:r>
            <a:r>
              <a:rPr lang="en-US" sz="2800" dirty="0"/>
              <a:t>Language Declarative </a:t>
            </a:r>
            <a:r>
              <a:rPr lang="en-US" sz="2800" dirty="0" smtClean="0"/>
              <a:t>.</a:t>
            </a:r>
            <a:r>
              <a:rPr lang="ar-SA" sz="2800" dirty="0" smtClean="0"/>
              <a:t> تستخدم </a:t>
            </a:r>
            <a:r>
              <a:rPr lang="ar-SA" sz="2800" dirty="0"/>
              <a:t>لغة </a:t>
            </a:r>
            <a:r>
              <a:rPr lang="ar-SA" sz="2800" dirty="0" err="1"/>
              <a:t>البرولوج</a:t>
            </a:r>
            <a:r>
              <a:rPr lang="ar-SA" sz="2800" dirty="0"/>
              <a:t> في العديد من برامج الذكاء الاصطناعي وبرامج </a:t>
            </a:r>
            <a:r>
              <a:rPr lang="ar-SA" sz="2800" dirty="0" smtClean="0"/>
              <a:t>معالجة اللغات </a:t>
            </a:r>
            <a:r>
              <a:rPr lang="ar-SA" sz="2800" dirty="0" err="1"/>
              <a:t>الطبيعية.</a:t>
            </a:r>
            <a:r>
              <a:rPr lang="ar-SA" sz="2800" dirty="0"/>
              <a:t> </a:t>
            </a:r>
            <a:endParaRPr lang="ar-SA" sz="2800" dirty="0" smtClean="0"/>
          </a:p>
          <a:p>
            <a:r>
              <a:rPr lang="ar-SA" sz="2800" dirty="0" smtClean="0"/>
              <a:t>تختلف طريقة البرمجة في </a:t>
            </a:r>
            <a:r>
              <a:rPr lang="ar-SA" sz="2800" dirty="0" err="1" smtClean="0"/>
              <a:t>برولوج</a:t>
            </a:r>
            <a:r>
              <a:rPr lang="ar-SA" sz="2800" dirty="0" smtClean="0"/>
              <a:t> عن اللغات </a:t>
            </a:r>
            <a:r>
              <a:rPr lang="ar-SA" sz="2800" dirty="0" err="1" smtClean="0"/>
              <a:t>التقليدية.</a:t>
            </a:r>
            <a:r>
              <a:rPr lang="ar-SA" sz="2800" dirty="0" smtClean="0"/>
              <a:t> في </a:t>
            </a:r>
            <a:r>
              <a:rPr lang="ar-SA" sz="2800" dirty="0" err="1" smtClean="0"/>
              <a:t>برولوج</a:t>
            </a:r>
            <a:r>
              <a:rPr lang="ar-SA" sz="2800" dirty="0" smtClean="0"/>
              <a:t> يتم كتابة </a:t>
            </a:r>
            <a:r>
              <a:rPr lang="ar-SA" sz="2800" dirty="0" err="1" smtClean="0"/>
              <a:t>الحقائق )</a:t>
            </a:r>
            <a:r>
              <a:rPr lang="ar-SA" sz="2800" dirty="0" smtClean="0"/>
              <a:t> </a:t>
            </a:r>
            <a:r>
              <a:rPr lang="en-US" sz="2800" dirty="0" smtClean="0"/>
              <a:t>Facts( </a:t>
            </a:r>
            <a:r>
              <a:rPr lang="ar-SA" sz="2800" dirty="0" err="1" smtClean="0"/>
              <a:t>والقواعد )</a:t>
            </a:r>
            <a:r>
              <a:rPr lang="ar-SA" sz="2800" dirty="0" smtClean="0"/>
              <a:t> </a:t>
            </a:r>
            <a:r>
              <a:rPr lang="en-US" sz="2800" dirty="0" smtClean="0"/>
              <a:t>Rules( </a:t>
            </a:r>
            <a:r>
              <a:rPr lang="ar-SA" sz="2800" dirty="0" smtClean="0"/>
              <a:t>في قاعدة بيانات، ثم يتم كتابة استفسارات </a:t>
            </a:r>
            <a:r>
              <a:rPr lang="en-US" sz="2800" dirty="0" smtClean="0"/>
              <a:t>queries </a:t>
            </a:r>
            <a:r>
              <a:rPr lang="ar-SA" sz="2800" dirty="0" smtClean="0"/>
              <a:t>من قاعدة </a:t>
            </a:r>
            <a:r>
              <a:rPr lang="ar-SA" sz="2800" dirty="0" err="1" smtClean="0"/>
              <a:t>البيانات.</a:t>
            </a:r>
            <a:r>
              <a:rPr lang="ar-SA" sz="2800" dirty="0" smtClean="0"/>
              <a:t> </a:t>
            </a:r>
            <a:endParaRPr lang="ar-SA" sz="2800" b="1" dirty="0" smtClean="0"/>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l="35156" t="22917" r="7813" b="18750"/>
          <a:stretch>
            <a:fillRect/>
          </a:stretch>
        </p:blipFill>
        <p:spPr bwMode="auto">
          <a:xfrm>
            <a:off x="228600" y="457200"/>
            <a:ext cx="8763000" cy="6400800"/>
          </a:xfrm>
          <a:prstGeom prst="rect">
            <a:avLst/>
          </a:prstGeom>
          <a:noFill/>
          <a:ln w="9525">
            <a:noFill/>
            <a:miter lim="800000"/>
            <a:headEnd/>
            <a:tailEnd/>
          </a:ln>
        </p:spPr>
      </p:pic>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70C0"/>
                </a:solidFill>
              </a:rPr>
              <a:t>Applications of logic programming</a:t>
            </a:r>
          </a:p>
        </p:txBody>
      </p:sp>
      <p:sp>
        <p:nvSpPr>
          <p:cNvPr id="3" name="Content Placeholder 2"/>
          <p:cNvSpPr>
            <a:spLocks noGrp="1"/>
          </p:cNvSpPr>
          <p:nvPr>
            <p:ph idx="1"/>
          </p:nvPr>
        </p:nvSpPr>
        <p:spPr/>
        <p:txBody>
          <a:bodyPr/>
          <a:lstStyle/>
          <a:p>
            <a:pPr lvl="0"/>
            <a:r>
              <a:rPr lang="en-US" dirty="0"/>
              <a:t>Expert systems.</a:t>
            </a:r>
          </a:p>
          <a:p>
            <a:pPr lvl="0"/>
            <a:r>
              <a:rPr lang="en-US" dirty="0"/>
              <a:t>Natural language processing.</a:t>
            </a:r>
          </a:p>
          <a:p>
            <a:pPr lvl="0"/>
            <a:r>
              <a:rPr lang="en-US" dirty="0"/>
              <a:t>Games (like chess).</a:t>
            </a:r>
          </a:p>
          <a:p>
            <a:pPr lvl="0"/>
            <a:r>
              <a:rPr lang="en-US" dirty="0"/>
              <a:t>Semantic networks.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xmlns="" val="1940606790"/>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rmAutofit/>
          </a:bodyPr>
          <a:lstStyle/>
          <a:p>
            <a:r>
              <a:rPr lang="en-US" dirty="0">
                <a:solidFill>
                  <a:srgbClr val="0070C0"/>
                </a:solidFill>
              </a:rPr>
              <a:t>Objects in Prolog </a:t>
            </a:r>
          </a:p>
        </p:txBody>
      </p:sp>
      <p:graphicFrame>
        <p:nvGraphicFramePr>
          <p:cNvPr id="4" name="Content Placeholder 3"/>
          <p:cNvGraphicFramePr>
            <a:graphicFrameLocks noGrp="1"/>
          </p:cNvGraphicFramePr>
          <p:nvPr>
            <p:ph idx="1"/>
            <p:extLst/>
          </p:nvPr>
        </p:nvGraphicFramePr>
        <p:xfrm>
          <a:off x="228600" y="1371600"/>
          <a:ext cx="8839200"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B6F15528-21DE-4FAA-801E-634DDDAF4B2B}" type="slidenum">
              <a:rPr lang="en-US" smtClean="0"/>
              <a:pPr/>
              <a:t>10</a:t>
            </a:fld>
            <a:endParaRPr lang="en-US"/>
          </a:p>
        </p:txBody>
      </p:sp>
      <p:grpSp>
        <p:nvGrpSpPr>
          <p:cNvPr id="6" name="Group 30"/>
          <p:cNvGrpSpPr/>
          <p:nvPr/>
        </p:nvGrpSpPr>
        <p:grpSpPr>
          <a:xfrm>
            <a:off x="247291" y="4724399"/>
            <a:ext cx="8896709" cy="1981200"/>
            <a:chOff x="247291" y="4724399"/>
            <a:chExt cx="8896709" cy="1981200"/>
          </a:xfrm>
        </p:grpSpPr>
        <p:sp>
          <p:nvSpPr>
            <p:cNvPr id="5" name="Content Placeholder 2"/>
            <p:cNvSpPr txBox="1">
              <a:spLocks/>
            </p:cNvSpPr>
            <p:nvPr/>
          </p:nvSpPr>
          <p:spPr>
            <a:xfrm>
              <a:off x="247291" y="4724400"/>
              <a:ext cx="1810109" cy="19811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Integer</a:t>
              </a:r>
            </a:p>
            <a:p>
              <a:r>
                <a:rPr lang="en-US" sz="2000" dirty="0"/>
                <a:t>Real</a:t>
              </a:r>
            </a:p>
            <a:p>
              <a:r>
                <a:rPr lang="en-US" sz="2000" dirty="0"/>
                <a:t>Char </a:t>
              </a:r>
            </a:p>
            <a:p>
              <a:r>
                <a:rPr lang="en-US" sz="2000" dirty="0"/>
                <a:t>String</a:t>
              </a:r>
            </a:p>
            <a:p>
              <a:r>
                <a:rPr lang="en-US" sz="2000" dirty="0"/>
                <a:t>Symbol</a:t>
              </a:r>
            </a:p>
          </p:txBody>
        </p:sp>
        <p:sp>
          <p:nvSpPr>
            <p:cNvPr id="28" name="Content Placeholder 2"/>
            <p:cNvSpPr txBox="1">
              <a:spLocks/>
            </p:cNvSpPr>
            <p:nvPr/>
          </p:nvSpPr>
          <p:spPr>
            <a:xfrm>
              <a:off x="2685691" y="4724400"/>
              <a:ext cx="1810109" cy="19811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List</a:t>
              </a:r>
            </a:p>
            <a:p>
              <a:r>
                <a:rPr lang="en-US" sz="2000" dirty="0"/>
                <a:t>Tree </a:t>
              </a:r>
            </a:p>
            <a:p>
              <a:r>
                <a:rPr lang="en-US" sz="2000" dirty="0"/>
                <a:t>Graph</a:t>
              </a:r>
            </a:p>
          </p:txBody>
        </p:sp>
        <p:sp>
          <p:nvSpPr>
            <p:cNvPr id="29" name="Content Placeholder 2"/>
            <p:cNvSpPr txBox="1">
              <a:spLocks/>
            </p:cNvSpPr>
            <p:nvPr/>
          </p:nvSpPr>
          <p:spPr>
            <a:xfrm>
              <a:off x="5105400" y="4724401"/>
              <a:ext cx="1810109" cy="3810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Has no Value</a:t>
              </a:r>
            </a:p>
          </p:txBody>
        </p:sp>
        <p:sp>
          <p:nvSpPr>
            <p:cNvPr id="30" name="Content Placeholder 2"/>
            <p:cNvSpPr txBox="1">
              <a:spLocks/>
            </p:cNvSpPr>
            <p:nvPr/>
          </p:nvSpPr>
          <p:spPr>
            <a:xfrm>
              <a:off x="7486291" y="4724399"/>
              <a:ext cx="1657709" cy="381001"/>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Has a Value</a:t>
              </a:r>
            </a:p>
          </p:txBody>
        </p:sp>
      </p:grpSp>
      <p:sp>
        <p:nvSpPr>
          <p:cNvPr id="7" name="Speech Bubble: Rectangle with Corners Rounded 6">
            <a:extLst>
              <a:ext uri="{FF2B5EF4-FFF2-40B4-BE49-F238E27FC236}">
                <a16:creationId xmlns:a16="http://schemas.microsoft.com/office/drawing/2014/main" xmlns="" id="{664537F5-0146-4F50-8135-A3D3073E0213}"/>
              </a:ext>
            </a:extLst>
          </p:cNvPr>
          <p:cNvSpPr/>
          <p:nvPr/>
        </p:nvSpPr>
        <p:spPr>
          <a:xfrm>
            <a:off x="7611979" y="1509711"/>
            <a:ext cx="1303422" cy="762001"/>
          </a:xfrm>
          <a:prstGeom prst="wedgeRoundRectCallout">
            <a:avLst>
              <a:gd name="adj1" fmla="val -33579"/>
              <a:gd name="adj2" fmla="val 98702"/>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Must start with </a:t>
            </a:r>
            <a:r>
              <a:rPr lang="en-US" sz="1600" u="sng" dirty="0">
                <a:solidFill>
                  <a:schemeClr val="tx1"/>
                </a:solidFill>
              </a:rPr>
              <a:t>Capital</a:t>
            </a:r>
            <a:r>
              <a:rPr lang="en-US" sz="1600" dirty="0">
                <a:solidFill>
                  <a:schemeClr val="tx1"/>
                </a:solidFill>
              </a:rPr>
              <a:t> letter or _</a:t>
            </a:r>
          </a:p>
        </p:txBody>
      </p:sp>
    </p:spTree>
    <p:extLst>
      <p:ext uri="{BB962C8B-B14F-4D97-AF65-F5344CB8AC3E}">
        <p14:creationId xmlns:p14="http://schemas.microsoft.com/office/powerpoint/2010/main" xmlns="" val="3572628862"/>
      </p:ext>
    </p:extLst>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00987C-BB7E-4973-B505-B5C737B932E4}"/>
              </a:ext>
            </a:extLst>
          </p:cNvPr>
          <p:cNvSpPr>
            <a:spLocks noGrp="1"/>
          </p:cNvSpPr>
          <p:nvPr>
            <p:ph type="title"/>
          </p:nvPr>
        </p:nvSpPr>
        <p:spPr/>
        <p:txBody>
          <a:bodyPr>
            <a:normAutofit/>
          </a:bodyPr>
          <a:lstStyle/>
          <a:p>
            <a:r>
              <a:rPr lang="en-US" dirty="0">
                <a:solidFill>
                  <a:srgbClr val="0070C0"/>
                </a:solidFill>
              </a:rPr>
              <a:t>Variables in Prolog </a:t>
            </a:r>
          </a:p>
        </p:txBody>
      </p:sp>
      <p:graphicFrame>
        <p:nvGraphicFramePr>
          <p:cNvPr id="4" name="Content Placeholder 3">
            <a:extLst>
              <a:ext uri="{FF2B5EF4-FFF2-40B4-BE49-F238E27FC236}">
                <a16:creationId xmlns:a16="http://schemas.microsoft.com/office/drawing/2014/main" xmlns="" id="{AC5B199E-A701-4622-9985-1EE4E620F1DA}"/>
              </a:ext>
            </a:extLst>
          </p:cNvPr>
          <p:cNvGraphicFramePr>
            <a:graphicFrameLocks noGrp="1"/>
          </p:cNvGraphicFramePr>
          <p:nvPr>
            <p:ph idx="1"/>
            <p:extLst>
              <p:ext uri="{D42A27DB-BD31-4B8C-83A1-F6EECF244321}">
                <p14:modId xmlns:p14="http://schemas.microsoft.com/office/powerpoint/2010/main" xmlns="" val="97031788"/>
              </p:ext>
            </p:extLst>
          </p:nvPr>
        </p:nvGraphicFramePr>
        <p:xfrm>
          <a:off x="457200" y="1905000"/>
          <a:ext cx="8229600" cy="3279580"/>
        </p:xfrm>
        <a:graphic>
          <a:graphicData uri="http://schemas.openxmlformats.org/drawingml/2006/table">
            <a:tbl>
              <a:tblPr firstRow="1" bandRow="1">
                <a:tableStyleId>{69012ECD-51FC-41F1-AA8D-1B2483CD663E}</a:tableStyleId>
              </a:tblPr>
              <a:tblGrid>
                <a:gridCol w="4114800">
                  <a:extLst>
                    <a:ext uri="{9D8B030D-6E8A-4147-A177-3AD203B41FA5}">
                      <a16:colId xmlns:a16="http://schemas.microsoft.com/office/drawing/2014/main" xmlns="" val="3134225961"/>
                    </a:ext>
                  </a:extLst>
                </a:gridCol>
                <a:gridCol w="4114800">
                  <a:extLst>
                    <a:ext uri="{9D8B030D-6E8A-4147-A177-3AD203B41FA5}">
                      <a16:colId xmlns:a16="http://schemas.microsoft.com/office/drawing/2014/main" xmlns="" val="151546223"/>
                    </a:ext>
                  </a:extLst>
                </a:gridCol>
              </a:tblGrid>
              <a:tr h="422794">
                <a:tc>
                  <a:txBody>
                    <a:bodyPr/>
                    <a:lstStyle/>
                    <a:p>
                      <a:pPr algn="ctr"/>
                      <a:r>
                        <a:rPr lang="en-US" dirty="0"/>
                        <a:t>Free variables</a:t>
                      </a:r>
                    </a:p>
                  </a:txBody>
                  <a:tcPr>
                    <a:lnR w="12700" cap="flat" cmpd="sng" algn="ctr">
                      <a:solidFill>
                        <a:schemeClr val="tx1"/>
                      </a:solidFill>
                      <a:prstDash val="solid"/>
                      <a:round/>
                      <a:headEnd type="none" w="med" len="med"/>
                      <a:tailEnd type="none" w="med" len="med"/>
                    </a:lnR>
                  </a:tcPr>
                </a:tc>
                <a:tc>
                  <a:txBody>
                    <a:bodyPr/>
                    <a:lstStyle/>
                    <a:p>
                      <a:pPr algn="ctr"/>
                      <a:r>
                        <a:rPr lang="en-US" dirty="0"/>
                        <a:t>Bounded variables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2083627703"/>
                  </a:ext>
                </a:extLst>
              </a:tr>
              <a:tr h="422794">
                <a:tc>
                  <a:txBody>
                    <a:bodyPr/>
                    <a:lstStyle/>
                    <a:p>
                      <a:pPr algn="ctr"/>
                      <a:r>
                        <a:rPr lang="en-US" dirty="0"/>
                        <a:t>Has no value</a:t>
                      </a:r>
                    </a:p>
                  </a:txBody>
                  <a:tcPr>
                    <a:lnR w="12700" cap="flat" cmpd="sng" algn="ctr">
                      <a:solidFill>
                        <a:schemeClr val="tx1"/>
                      </a:solidFill>
                      <a:prstDash val="solid"/>
                      <a:round/>
                      <a:headEnd type="none" w="med" len="med"/>
                      <a:tailEnd type="none" w="med" len="med"/>
                    </a:lnR>
                  </a:tcPr>
                </a:tc>
                <a:tc>
                  <a:txBody>
                    <a:bodyPr/>
                    <a:lstStyle/>
                    <a:p>
                      <a:pPr algn="ctr"/>
                      <a:r>
                        <a:rPr lang="en-US" dirty="0"/>
                        <a:t>Has value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1270843408"/>
                  </a:ext>
                </a:extLst>
              </a:tr>
              <a:tr h="1497841">
                <a:tc>
                  <a:txBody>
                    <a:bodyPr/>
                    <a:lstStyle/>
                    <a:p>
                      <a:pPr algn="ctr"/>
                      <a:r>
                        <a:rPr lang="en-US" dirty="0"/>
                        <a:t>If we used equal sign “ =“ means we want to give this variable a value</a:t>
                      </a:r>
                    </a:p>
                  </a:txBody>
                  <a:tcP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If we used equal sign “ =“ means we want to compare the value of this bounded variable with the value given </a:t>
                      </a:r>
                    </a:p>
                    <a:p>
                      <a:pPr algn="ctr"/>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3378234800"/>
                  </a:ext>
                </a:extLst>
              </a:tr>
              <a:tr h="936151">
                <a:tc>
                  <a:txBody>
                    <a:bodyPr/>
                    <a:lstStyle/>
                    <a:p>
                      <a:pPr algn="ctr"/>
                      <a:r>
                        <a:rPr lang="en-US" dirty="0"/>
                        <a:t>Takes its value just ones, then can not be changed (except in backtracking)</a:t>
                      </a:r>
                    </a:p>
                  </a:txBody>
                  <a:tcPr>
                    <a:lnR w="12700" cap="flat" cmpd="sng" algn="ctr">
                      <a:solidFill>
                        <a:schemeClr val="tx1"/>
                      </a:solidFill>
                      <a:prstDash val="solid"/>
                      <a:round/>
                      <a:headEnd type="none" w="med" len="med"/>
                      <a:tailEnd type="none" w="med" len="med"/>
                    </a:lnR>
                  </a:tcPr>
                </a:tc>
                <a:tc>
                  <a:txBody>
                    <a:bodyPr/>
                    <a:lstStyle/>
                    <a:p>
                      <a:pPr algn="ctr"/>
                      <a:r>
                        <a:rPr lang="en-US" dirty="0"/>
                        <a:t>Its value can not be changed  (except in backtracking)</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81635598"/>
                  </a:ext>
                </a:extLst>
              </a:tr>
            </a:tbl>
          </a:graphicData>
        </a:graphic>
      </p:graphicFrame>
      <p:sp>
        <p:nvSpPr>
          <p:cNvPr id="3" name="Slide Number Placeholder 2"/>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xmlns="" val="1640562562"/>
      </p:ext>
    </p:extLst>
  </p:cSld>
  <p:clrMapOvr>
    <a:masterClrMapping/>
  </p:clrMapOvr>
  <p:transition>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تدفق">
  <a:themeElements>
    <a:clrScheme name="تدفق">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تدفق">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تدفق">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121</TotalTime>
  <Words>492</Words>
  <Application>Microsoft Office PowerPoint</Application>
  <PresentationFormat>عرض على الشاشة (3:4)‏</PresentationFormat>
  <Paragraphs>57</Paragraphs>
  <Slides>11</Slides>
  <Notes>1</Notes>
  <HiddenSlides>0</HiddenSlides>
  <MMClips>0</MMClips>
  <ScaleCrop>false</ScaleCrop>
  <HeadingPairs>
    <vt:vector size="4" baseType="variant">
      <vt:variant>
        <vt:lpstr>سمة</vt:lpstr>
      </vt:variant>
      <vt:variant>
        <vt:i4>1</vt:i4>
      </vt:variant>
      <vt:variant>
        <vt:lpstr>عناوين الشرائح</vt:lpstr>
      </vt:variant>
      <vt:variant>
        <vt:i4>11</vt:i4>
      </vt:variant>
    </vt:vector>
  </HeadingPairs>
  <TitlesOfParts>
    <vt:vector size="12" baseType="lpstr">
      <vt:lpstr>تدفق</vt:lpstr>
      <vt:lpstr>البرمجة المنطقية  Logic programming</vt:lpstr>
      <vt:lpstr>ماذا يقصد بالبرمجة المنطقية؟ </vt:lpstr>
      <vt:lpstr>الشريحة 3</vt:lpstr>
      <vt:lpstr>Language history</vt:lpstr>
      <vt:lpstr>ما هو المنطق في البرمجة؟ </vt:lpstr>
      <vt:lpstr>أين يتم استخدام البرمجة المنطقية؟ </vt:lpstr>
      <vt:lpstr>Prolog Programming</vt:lpstr>
      <vt:lpstr>الشريحة 8</vt:lpstr>
      <vt:lpstr>Applications of logic programming</vt:lpstr>
      <vt:lpstr>Objects in Prolog </vt:lpstr>
      <vt:lpstr>Variables in Prolog </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الشريحة 1</dc:title>
  <dc:creator>alsa</dc:creator>
  <cp:lastModifiedBy>alsa</cp:lastModifiedBy>
  <cp:revision>13</cp:revision>
  <dcterms:created xsi:type="dcterms:W3CDTF">2024-10-21T21:58:09Z</dcterms:created>
  <dcterms:modified xsi:type="dcterms:W3CDTF">2024-10-27T19:48:35Z</dcterms:modified>
</cp:coreProperties>
</file>