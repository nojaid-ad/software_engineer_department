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80" r:id="rId2"/>
    <p:sldId id="269" r:id="rId3"/>
    <p:sldId id="271" r:id="rId4"/>
    <p:sldId id="272" r:id="rId5"/>
    <p:sldId id="270" r:id="rId6"/>
    <p:sldId id="273" r:id="rId7"/>
    <p:sldId id="274" r:id="rId8"/>
    <p:sldId id="275" r:id="rId9"/>
    <p:sldId id="276" r:id="rId10"/>
    <p:sldId id="277" r:id="rId11"/>
    <p:sldId id="266" r:id="rId12"/>
    <p:sldId id="267" r:id="rId13"/>
    <p:sldId id="268" r:id="rId14"/>
    <p:sldId id="278" r:id="rId15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عنوان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7" name="عنوان فرعي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30" name="عنصر نائب للتاريخ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19" name="عنصر نائب للتذييل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27" name="عنصر نائب لرقم الشريحة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ذو زاوية واحدة مخدوشة ودائرية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مثلث قائم الزاوية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10" name="شكل حر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شكل حر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شكل حر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شكل حر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عنصر نائب للعنوان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0" name="عنصر نائب للنص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0" name="عنصر نائب للتاريخ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D4EA6BC-B29E-40B5-A294-7DC8ABDD3E24}" type="datetimeFigureOut">
              <a:rPr lang="ar-SA" smtClean="0"/>
              <a:pPr/>
              <a:t>23/05/1446</a:t>
            </a:fld>
            <a:endParaRPr lang="ar-SA"/>
          </a:p>
        </p:txBody>
      </p:sp>
      <p:sp>
        <p:nvSpPr>
          <p:cNvPr id="22" name="عنصر نائب للتذييل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18" name="عنصر نائب لرقم الشريحة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E1AF420-171D-4571-A43A-D81248322D26}" type="slidenum">
              <a:rPr lang="ar-SA" smtClean="0"/>
              <a:pPr/>
              <a:t>‹#›</a:t>
            </a:fld>
            <a:endParaRPr lang="ar-SA"/>
          </a:p>
        </p:txBody>
      </p:sp>
      <p:grpSp>
        <p:nvGrpSpPr>
          <p:cNvPr id="2" name="مجموعة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شكل حر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شكل حر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1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r" rtl="1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r" rtl="1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r" rtl="1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r" rtl="1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1828800"/>
            <a:ext cx="8229600" cy="1143000"/>
          </a:xfrm>
        </p:spPr>
        <p:txBody>
          <a:bodyPr/>
          <a:lstStyle/>
          <a:p>
            <a:r>
              <a:rPr lang="en-US" b="1" dirty="0" smtClean="0"/>
              <a:t>Logic Programming </a:t>
            </a:r>
            <a:endParaRPr lang="ar-SA" b="1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2316163"/>
          </a:xfrm>
        </p:spPr>
        <p:txBody>
          <a:bodyPr/>
          <a:lstStyle/>
          <a:p>
            <a:pPr algn="ctr"/>
            <a:r>
              <a:rPr lang="ar-SA" dirty="0" err="1" smtClean="0"/>
              <a:t>د.</a:t>
            </a:r>
            <a:r>
              <a:rPr lang="ar-SA" dirty="0" smtClean="0"/>
              <a:t> سناء محمد </a:t>
            </a:r>
            <a:r>
              <a:rPr lang="ar-SA" dirty="0" err="1" smtClean="0"/>
              <a:t>ابولجام</a:t>
            </a:r>
            <a:r>
              <a:rPr lang="ar-SA" dirty="0" smtClean="0"/>
              <a:t> </a:t>
            </a:r>
          </a:p>
          <a:p>
            <a:pPr algn="ctr"/>
            <a:r>
              <a:rPr lang="ar-SA" dirty="0" smtClean="0"/>
              <a:t>الفصل الدراسي خريف 2024-</a:t>
            </a:r>
            <a:r>
              <a:rPr lang="ar-SA" dirty="0" err="1" smtClean="0"/>
              <a:t>2025م</a:t>
            </a:r>
            <a:r>
              <a:rPr lang="ar-SA" dirty="0" smtClean="0"/>
              <a:t> </a:t>
            </a:r>
          </a:p>
          <a:p>
            <a:pPr algn="ctr"/>
            <a:endParaRPr lang="ar-S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t="11111" b="10000"/>
          <a:stretch>
            <a:fillRect/>
          </a:stretch>
        </p:blipFill>
        <p:spPr bwMode="auto">
          <a:xfrm>
            <a:off x="0" y="0"/>
            <a:ext cx="9143999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1" y="0"/>
            <a:ext cx="883920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20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t="11458" b="9375"/>
          <a:stretch>
            <a:fillRect/>
          </a:stretch>
        </p:blipFill>
        <p:spPr bwMode="auto">
          <a:xfrm>
            <a:off x="0" y="762000"/>
            <a:ext cx="1301115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2399"/>
            <a:ext cx="9144000" cy="7010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8601" y="0"/>
            <a:ext cx="93726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143000"/>
          </a:xfrm>
        </p:spPr>
        <p:txBody>
          <a:bodyPr/>
          <a:lstStyle/>
          <a:p>
            <a:r>
              <a:rPr lang="en-US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ANY QUASCTION ?</a:t>
            </a:r>
            <a:endParaRPr lang="ar-S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تدفق">
  <a:themeElements>
    <a:clrScheme name="تدفق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تدفق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تدفق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1424</TotalTime>
  <Words>14</Words>
  <Application>Microsoft Office PowerPoint</Application>
  <PresentationFormat>عرض على الشاشة (3:4)‏</PresentationFormat>
  <Paragraphs>4</Paragraphs>
  <Slides>14</Slides>
  <Notes>0</Notes>
  <HiddenSlides>0</HiddenSlides>
  <MMClips>0</MMClips>
  <ScaleCrop>false</ScaleCrop>
  <HeadingPairs>
    <vt:vector size="4" baseType="variant">
      <vt:variant>
        <vt:lpstr>سمة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تدفق</vt:lpstr>
      <vt:lpstr>Logic Programming </vt:lpstr>
      <vt:lpstr>الشريحة 2</vt:lpstr>
      <vt:lpstr>الشريحة 3</vt:lpstr>
      <vt:lpstr>الشريحة 4</vt:lpstr>
      <vt:lpstr>الشريحة 5</vt:lpstr>
      <vt:lpstr>الشريحة 6</vt:lpstr>
      <vt:lpstr>الشريحة 7</vt:lpstr>
      <vt:lpstr>الشريحة 8</vt:lpstr>
      <vt:lpstr>الشريحة 9</vt:lpstr>
      <vt:lpstr>الشريحة 10</vt:lpstr>
      <vt:lpstr>الشريحة 11</vt:lpstr>
      <vt:lpstr>الشريحة 12</vt:lpstr>
      <vt:lpstr>الشريحة 13</vt:lpstr>
      <vt:lpstr>ANY QUASCTION ?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alsa</dc:creator>
  <cp:lastModifiedBy>alsa</cp:lastModifiedBy>
  <cp:revision>18</cp:revision>
  <dcterms:created xsi:type="dcterms:W3CDTF">2024-11-18T18:45:58Z</dcterms:created>
  <dcterms:modified xsi:type="dcterms:W3CDTF">2024-11-24T08:42:41Z</dcterms:modified>
</cp:coreProperties>
</file>