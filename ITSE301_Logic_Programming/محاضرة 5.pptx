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F710AF0-7D72-43C5-91C4-A61A08E737D7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50D9A30-FF98-4B47-BF9D-6C8800E65A78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D9A30-FF98-4B47-BF9D-6C8800E65A78}" type="slidenum">
              <a:rPr lang="ar-SA" smtClean="0"/>
              <a:pPr/>
              <a:t>6</a:t>
            </a:fld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ثلث قائم الزاوية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عنوان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7" name="عنوان فرعي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grpSp>
        <p:nvGrpSpPr>
          <p:cNvPr id="2" name="مجموعة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شكل حر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شكل حر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شكل حر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رابط مستقيم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عنصر نائب للتاريخ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19" name="عنصر نائب للتذييل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ar-SA"/>
          </a:p>
        </p:txBody>
      </p:sp>
      <p:sp>
        <p:nvSpPr>
          <p:cNvPr id="27" name="عنصر نائب لرقم الشريحة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7" name="عنوان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7" name="شارة رتبة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شارة رتبة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8" name="عنوان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6" name="عنوان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شكل حر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شكل حر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مثلث قائم الزاوية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رابط مستقيم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شارة رتبة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شارة رتبة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شكل حر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شكل حر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مثلث قائم الزاوية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رابط مستقيم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عنصر نائب للعنوان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0" name="عنصر نائب للنص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0" name="عنصر نائب للتاريخ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F56AE89-DA09-42DB-9A2E-42208B6017C2}" type="datetimeFigureOut">
              <a:rPr lang="ar-SA" smtClean="0"/>
              <a:pPr/>
              <a:t>25/05/1446</a:t>
            </a:fld>
            <a:endParaRPr lang="ar-SA"/>
          </a:p>
        </p:txBody>
      </p:sp>
      <p:sp>
        <p:nvSpPr>
          <p:cNvPr id="22" name="عنصر نائب للتذييل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ar-SA"/>
          </a:p>
        </p:txBody>
      </p:sp>
      <p:sp>
        <p:nvSpPr>
          <p:cNvPr id="18" name="عنصر نائب لرقم الشريحة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4D7BFEF-7B72-4B63-A6FE-0764A5718C27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1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r" rtl="1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r" rtl="1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r" rtl="1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ar-SA" dirty="0" smtClean="0"/>
              <a:t>برمجة المنطق </a:t>
            </a:r>
          </a:p>
          <a:p>
            <a:pPr algn="ctr">
              <a:buNone/>
            </a:pPr>
            <a:r>
              <a:rPr lang="ar-SA" dirty="0" smtClean="0"/>
              <a:t>الفصل الدراسي خريف 2024/</a:t>
            </a:r>
            <a:r>
              <a:rPr lang="ar-SA" dirty="0" err="1" smtClean="0"/>
              <a:t>2025م</a:t>
            </a:r>
            <a:r>
              <a:rPr lang="ar-SA" dirty="0" smtClean="0"/>
              <a:t> </a:t>
            </a:r>
          </a:p>
          <a:p>
            <a:pPr>
              <a:buNone/>
            </a:pP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Programming </a:t>
            </a:r>
            <a:endParaRPr lang="ar-S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ar-SA" dirty="0" smtClean="0"/>
              <a:t>تتميز </a:t>
            </a:r>
            <a:r>
              <a:rPr lang="ar-SA" dirty="0"/>
              <a:t>لغة </a:t>
            </a:r>
            <a:r>
              <a:rPr lang="ar-SA" dirty="0" err="1"/>
              <a:t>البرولوج</a:t>
            </a:r>
            <a:r>
              <a:rPr lang="ar-SA" dirty="0"/>
              <a:t> بإمكانية البحث الراجع </a:t>
            </a:r>
            <a:r>
              <a:rPr lang="en-US" dirty="0" smtClean="0"/>
              <a:t>Backtracking، </a:t>
            </a:r>
            <a:r>
              <a:rPr lang="ar-SA" dirty="0"/>
              <a:t>وهي طريقة من طرق البحث عن </a:t>
            </a:r>
            <a:r>
              <a:rPr lang="ar-SA" dirty="0" smtClean="0"/>
              <a:t>معلومات معينة </a:t>
            </a:r>
            <a:r>
              <a:rPr lang="ar-SA" dirty="0"/>
              <a:t>داخل قاعدة </a:t>
            </a:r>
            <a:r>
              <a:rPr lang="ar-SA" dirty="0" err="1"/>
              <a:t>المعرفة .</a:t>
            </a:r>
            <a:r>
              <a:rPr lang="ar-SA" dirty="0"/>
              <a:t> والمثال التالي يوضح أهمية وجود هذه </a:t>
            </a:r>
            <a:r>
              <a:rPr lang="ar-SA" dirty="0" err="1"/>
              <a:t>الخاصية .</a:t>
            </a:r>
            <a:endParaRPr lang="ar-SA" dirty="0"/>
          </a:p>
          <a:p>
            <a:r>
              <a:rPr lang="ar-SA" dirty="0"/>
              <a:t>إذا زودنا </a:t>
            </a:r>
            <a:r>
              <a:rPr lang="ar-SA" dirty="0" err="1"/>
              <a:t>البرولوج</a:t>
            </a:r>
            <a:r>
              <a:rPr lang="ar-SA" dirty="0"/>
              <a:t> بقاعدة المعرفة </a:t>
            </a:r>
            <a:r>
              <a:rPr lang="ar-SA" dirty="0" err="1"/>
              <a:t>التالية :</a:t>
            </a:r>
            <a:endParaRPr lang="ar-SA" dirty="0"/>
          </a:p>
          <a:p>
            <a:pPr algn="l" rtl="0">
              <a:buNone/>
            </a:pPr>
            <a:r>
              <a:rPr lang="en-US" dirty="0" smtClean="0"/>
              <a:t>likes </a:t>
            </a:r>
            <a:r>
              <a:rPr lang="en-US" dirty="0"/>
              <a:t>( </a:t>
            </a:r>
            <a:r>
              <a:rPr lang="en-US" dirty="0" err="1"/>
              <a:t>ahmad</a:t>
            </a:r>
            <a:r>
              <a:rPr lang="en-US" dirty="0"/>
              <a:t> , </a:t>
            </a:r>
            <a:r>
              <a:rPr lang="en-US" dirty="0" err="1"/>
              <a:t>rami</a:t>
            </a:r>
            <a:r>
              <a:rPr lang="en-US" dirty="0"/>
              <a:t> ). </a:t>
            </a:r>
            <a:endParaRPr lang="en-US" dirty="0" smtClean="0"/>
          </a:p>
          <a:p>
            <a:pPr algn="l">
              <a:buNone/>
            </a:pPr>
            <a:r>
              <a:rPr lang="en-US" dirty="0" smtClean="0"/>
              <a:t>likes ( </a:t>
            </a:r>
            <a:r>
              <a:rPr lang="en-US" dirty="0" err="1" smtClean="0"/>
              <a:t>ahmad</a:t>
            </a:r>
            <a:r>
              <a:rPr lang="en-US" dirty="0" smtClean="0"/>
              <a:t> , </a:t>
            </a:r>
            <a:r>
              <a:rPr lang="en-US" dirty="0" err="1" smtClean="0"/>
              <a:t>sami</a:t>
            </a:r>
            <a:r>
              <a:rPr lang="en-US" dirty="0" smtClean="0"/>
              <a:t> ).</a:t>
            </a:r>
          </a:p>
          <a:p>
            <a:pPr algn="l">
              <a:buNone/>
            </a:pPr>
            <a:r>
              <a:rPr lang="en-US" dirty="0" smtClean="0"/>
              <a:t>likes </a:t>
            </a:r>
            <a:r>
              <a:rPr lang="en-US" dirty="0"/>
              <a:t>( </a:t>
            </a:r>
            <a:r>
              <a:rPr lang="en-US" dirty="0" err="1"/>
              <a:t>ahmad</a:t>
            </a:r>
            <a:r>
              <a:rPr lang="en-US" dirty="0"/>
              <a:t> , </a:t>
            </a:r>
            <a:r>
              <a:rPr lang="en-US" dirty="0" err="1"/>
              <a:t>omar</a:t>
            </a:r>
            <a:r>
              <a:rPr lang="en-US" dirty="0"/>
              <a:t> </a:t>
            </a:r>
            <a:r>
              <a:rPr lang="en-US" dirty="0" smtClean="0"/>
              <a:t>).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likes ( </a:t>
            </a:r>
            <a:r>
              <a:rPr lang="en-US" dirty="0" err="1"/>
              <a:t>ahmad</a:t>
            </a:r>
            <a:r>
              <a:rPr lang="en-US" dirty="0"/>
              <a:t> , </a:t>
            </a:r>
            <a:r>
              <a:rPr lang="en-US" dirty="0" err="1"/>
              <a:t>reem</a:t>
            </a:r>
            <a:r>
              <a:rPr lang="en-US" dirty="0"/>
              <a:t>). </a:t>
            </a:r>
            <a:endParaRPr lang="en-US" dirty="0" smtClean="0"/>
          </a:p>
          <a:p>
            <a:pPr algn="l"/>
            <a:r>
              <a:rPr lang="en-US" dirty="0" smtClean="0"/>
              <a:t>likes </a:t>
            </a:r>
            <a:r>
              <a:rPr lang="en-US" dirty="0"/>
              <a:t>( </a:t>
            </a:r>
            <a:r>
              <a:rPr lang="en-US" dirty="0" err="1"/>
              <a:t>ahmad</a:t>
            </a:r>
            <a:r>
              <a:rPr lang="en-US" dirty="0"/>
              <a:t> , </a:t>
            </a:r>
            <a:r>
              <a:rPr lang="en-US" dirty="0" err="1"/>
              <a:t>samir</a:t>
            </a:r>
            <a:r>
              <a:rPr lang="en-US" dirty="0"/>
              <a:t> </a:t>
            </a:r>
            <a:r>
              <a:rPr lang="en-US" dirty="0" smtClean="0"/>
              <a:t>).</a:t>
            </a: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b="1" dirty="0" smtClean="0"/>
              <a:t>البحث الراجع  </a:t>
            </a:r>
            <a:r>
              <a:rPr lang="en-US" b="1" dirty="0" smtClean="0"/>
              <a:t>Backtracking :</a:t>
            </a:r>
            <a:br>
              <a:rPr lang="en-US" b="1" dirty="0" smtClean="0"/>
            </a:br>
            <a:endParaRPr lang="ar-S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ar-SA" dirty="0"/>
              <a:t>فإذا أردنا الاستفسار عن الأشخاص الذين </a:t>
            </a:r>
            <a:r>
              <a:rPr lang="ar-SA" dirty="0" err="1"/>
              <a:t>يحبهم </a:t>
            </a:r>
            <a:r>
              <a:rPr lang="ar-SA" dirty="0"/>
              <a:t>" أحمد" نكتب السؤال </a:t>
            </a:r>
            <a:r>
              <a:rPr lang="ar-SA" dirty="0" err="1"/>
              <a:t>التالي :</a:t>
            </a:r>
            <a:endParaRPr lang="ar-SA" dirty="0"/>
          </a:p>
          <a:p>
            <a:pPr algn="l">
              <a:buNone/>
            </a:pPr>
            <a:r>
              <a:rPr lang="ar-SA" dirty="0" smtClean="0"/>
              <a:t> </a:t>
            </a:r>
            <a:r>
              <a:rPr lang="en-US" dirty="0" smtClean="0"/>
              <a:t>likes ( </a:t>
            </a:r>
            <a:r>
              <a:rPr lang="en-US" dirty="0" err="1" smtClean="0"/>
              <a:t>ahmad</a:t>
            </a:r>
            <a:r>
              <a:rPr lang="en-US" dirty="0" smtClean="0"/>
              <a:t> , </a:t>
            </a:r>
            <a:r>
              <a:rPr lang="en-US" dirty="0" err="1" smtClean="0"/>
              <a:t>People_Ahmad_Likes</a:t>
            </a:r>
            <a:r>
              <a:rPr lang="en-US" dirty="0" smtClean="0"/>
              <a:t> ).</a:t>
            </a:r>
            <a:endParaRPr lang="ar-SA" dirty="0" smtClean="0"/>
          </a:p>
          <a:p>
            <a:pPr algn="l">
              <a:buNone/>
            </a:pPr>
            <a:r>
              <a:rPr lang="ar-SA" dirty="0" smtClean="0"/>
              <a:t>وللإجابة على هذا </a:t>
            </a:r>
            <a:r>
              <a:rPr lang="ar-SA" dirty="0" err="1" smtClean="0"/>
              <a:t>السوال</a:t>
            </a:r>
            <a:r>
              <a:rPr lang="ar-SA" dirty="0" smtClean="0"/>
              <a:t> </a:t>
            </a:r>
            <a:r>
              <a:rPr lang="ar-SA" dirty="0" err="1" smtClean="0"/>
              <a:t>:</a:t>
            </a:r>
            <a:r>
              <a:rPr lang="ar-SA" dirty="0" smtClean="0"/>
              <a:t> </a:t>
            </a:r>
            <a:endParaRPr lang="en-US" dirty="0" smtClean="0"/>
          </a:p>
          <a:p>
            <a:pPr algn="l">
              <a:buNone/>
            </a:pPr>
            <a:r>
              <a:rPr lang="en-US" dirty="0" err="1" smtClean="0"/>
              <a:t>People_Ahmad_Like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sami</a:t>
            </a:r>
            <a:r>
              <a:rPr lang="en-US" dirty="0"/>
              <a:t> </a:t>
            </a:r>
            <a:endParaRPr lang="en-US" dirty="0" smtClean="0"/>
          </a:p>
          <a:p>
            <a:pPr algn="l">
              <a:buNone/>
            </a:pPr>
            <a:r>
              <a:rPr lang="en-US" dirty="0" err="1" smtClean="0"/>
              <a:t>People_Ahmad_Like</a:t>
            </a:r>
            <a:r>
              <a:rPr lang="en-US" dirty="0"/>
              <a:t>= </a:t>
            </a:r>
            <a:r>
              <a:rPr lang="en-US" dirty="0" err="1"/>
              <a:t>rami</a:t>
            </a:r>
            <a:r>
              <a:rPr lang="en-US" dirty="0"/>
              <a:t> </a:t>
            </a:r>
            <a:endParaRPr lang="en-US" dirty="0" smtClean="0"/>
          </a:p>
          <a:p>
            <a:pPr algn="l">
              <a:buNone/>
            </a:pPr>
            <a:r>
              <a:rPr lang="en-US" dirty="0" err="1" smtClean="0"/>
              <a:t>People_Ahmad_Like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 smtClean="0"/>
              <a:t>omar</a:t>
            </a:r>
            <a:endParaRPr lang="en-US" dirty="0" smtClean="0"/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 err="1"/>
              <a:t>People_Ahmad_Like</a:t>
            </a:r>
            <a:r>
              <a:rPr lang="en-US" dirty="0"/>
              <a:t> = </a:t>
            </a:r>
            <a:r>
              <a:rPr lang="en-US" dirty="0" err="1"/>
              <a:t>reem</a:t>
            </a:r>
            <a:endParaRPr lang="ar-SA" dirty="0"/>
          </a:p>
          <a:p>
            <a:pPr algn="l">
              <a:buNone/>
            </a:pPr>
            <a:endParaRPr lang="ar-SA" dirty="0" smtClean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ar-SA" dirty="0"/>
              <a:t>إذا أردنا البحث عن شخص ما </a:t>
            </a:r>
            <a:r>
              <a:rPr lang="en-US" dirty="0" smtClean="0"/>
              <a:t>person </a:t>
            </a:r>
            <a:r>
              <a:rPr lang="en-US" dirty="0"/>
              <a:t>1 </a:t>
            </a:r>
            <a:r>
              <a:rPr lang="ar-SA" dirty="0" smtClean="0"/>
              <a:t>والذي </a:t>
            </a:r>
            <a:r>
              <a:rPr lang="ar-SA" dirty="0"/>
              <a:t>يكون أخا لشخص معروف </a:t>
            </a:r>
            <a:r>
              <a:rPr lang="en-US" dirty="0" smtClean="0"/>
              <a:t>person </a:t>
            </a:r>
            <a:r>
              <a:rPr lang="en-US" dirty="0"/>
              <a:t>2 </a:t>
            </a:r>
            <a:r>
              <a:rPr lang="ar-SA" dirty="0" smtClean="0"/>
              <a:t>نكتب </a:t>
            </a:r>
            <a:r>
              <a:rPr lang="ar-SA" dirty="0"/>
              <a:t>القاعدة </a:t>
            </a:r>
            <a:r>
              <a:rPr lang="ar-SA" dirty="0" err="1" smtClean="0"/>
              <a:t>التالية :</a:t>
            </a:r>
            <a:endParaRPr lang="ar-SA" dirty="0" smtClean="0"/>
          </a:p>
          <a:p>
            <a:pPr algn="l">
              <a:buNone/>
            </a:pPr>
            <a:r>
              <a:rPr lang="en-US" dirty="0" err="1"/>
              <a:t>brother_of</a:t>
            </a:r>
            <a:r>
              <a:rPr lang="en-US" dirty="0"/>
              <a:t> (Person1 , Person2</a:t>
            </a:r>
            <a:r>
              <a:rPr lang="en-US" dirty="0" smtClean="0"/>
              <a:t>):-                        parent(</a:t>
            </a:r>
            <a:r>
              <a:rPr lang="en-US" dirty="0" err="1" smtClean="0"/>
              <a:t>X,Person</a:t>
            </a:r>
            <a:r>
              <a:rPr lang="en-US" dirty="0" smtClean="0"/>
              <a:t> 1).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parent(</a:t>
            </a:r>
            <a:r>
              <a:rPr lang="en-US" dirty="0" err="1"/>
              <a:t>X,Person</a:t>
            </a:r>
            <a:r>
              <a:rPr lang="en-US" dirty="0"/>
              <a:t> 2</a:t>
            </a:r>
            <a:r>
              <a:rPr lang="en-US" dirty="0" smtClean="0"/>
              <a:t>).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sex(Person1,male</a:t>
            </a:r>
            <a:r>
              <a:rPr lang="en-US" dirty="0" smtClean="0"/>
              <a:t>).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diff(Person 1, Person 2). </a:t>
            </a:r>
            <a:r>
              <a:rPr lang="en-US" dirty="0" smtClean="0"/>
              <a:t>                                       </a:t>
            </a:r>
          </a:p>
          <a:p>
            <a:pPr algn="l">
              <a:buNone/>
            </a:pPr>
            <a:r>
              <a:rPr lang="en-US" dirty="0" smtClean="0"/>
              <a:t>diff (X , Y):- X/==Y.                                                   </a:t>
            </a: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Exampale</a:t>
            </a:r>
            <a:r>
              <a:rPr lang="en-US" dirty="0" smtClean="0"/>
              <a:t> </a:t>
            </a:r>
            <a:endParaRPr lang="ar-S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6096000"/>
          </a:xfrm>
        </p:spPr>
        <p:txBody>
          <a:bodyPr>
            <a:normAutofit fontScale="70000" lnSpcReduction="20000"/>
          </a:bodyPr>
          <a:lstStyle/>
          <a:p>
            <a:pPr algn="l">
              <a:buNone/>
            </a:pPr>
            <a:r>
              <a:rPr lang="en-US" dirty="0"/>
              <a:t>parent (</a:t>
            </a:r>
            <a:r>
              <a:rPr lang="en-US" dirty="0" err="1"/>
              <a:t>ali,ahmad</a:t>
            </a:r>
            <a:r>
              <a:rPr lang="en-US" dirty="0"/>
              <a:t>). </a:t>
            </a:r>
            <a:r>
              <a:rPr lang="en-US" dirty="0" smtClean="0"/>
              <a:t> 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parent </a:t>
            </a:r>
            <a:r>
              <a:rPr lang="en-US" dirty="0"/>
              <a:t>(</a:t>
            </a:r>
            <a:r>
              <a:rPr lang="en-US" dirty="0" err="1"/>
              <a:t>ali</a:t>
            </a:r>
            <a:r>
              <a:rPr lang="en-US" dirty="0"/>
              <a:t> , </a:t>
            </a:r>
            <a:r>
              <a:rPr lang="en-US" dirty="0" err="1"/>
              <a:t>mohammad</a:t>
            </a:r>
            <a:r>
              <a:rPr lang="en-US" dirty="0" smtClean="0"/>
              <a:t>).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parent (</a:t>
            </a:r>
            <a:r>
              <a:rPr lang="en-US" dirty="0" err="1"/>
              <a:t>ali</a:t>
            </a:r>
            <a:r>
              <a:rPr lang="en-US" dirty="0"/>
              <a:t> , </a:t>
            </a:r>
            <a:r>
              <a:rPr lang="en-US" dirty="0" err="1"/>
              <a:t>khalid</a:t>
            </a:r>
            <a:r>
              <a:rPr lang="en-US" dirty="0"/>
              <a:t>). </a:t>
            </a:r>
            <a:r>
              <a:rPr lang="en-US" dirty="0" smtClean="0"/>
              <a:t>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parent </a:t>
            </a:r>
            <a:r>
              <a:rPr lang="en-US" dirty="0"/>
              <a:t>(</a:t>
            </a:r>
            <a:r>
              <a:rPr lang="en-US" dirty="0" err="1"/>
              <a:t>ali</a:t>
            </a:r>
            <a:r>
              <a:rPr lang="en-US" dirty="0"/>
              <a:t> , </a:t>
            </a:r>
            <a:r>
              <a:rPr lang="en-US" dirty="0" err="1"/>
              <a:t>mona</a:t>
            </a:r>
            <a:r>
              <a:rPr lang="en-US" dirty="0" smtClean="0"/>
              <a:t>).   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parent (</a:t>
            </a:r>
            <a:r>
              <a:rPr lang="en-US" dirty="0" err="1"/>
              <a:t>fatima</a:t>
            </a:r>
            <a:r>
              <a:rPr lang="en-US" dirty="0"/>
              <a:t> , </a:t>
            </a:r>
            <a:r>
              <a:rPr lang="en-US" dirty="0" err="1"/>
              <a:t>mona</a:t>
            </a:r>
            <a:r>
              <a:rPr lang="en-US" dirty="0" smtClean="0"/>
              <a:t>).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parent (</a:t>
            </a:r>
            <a:r>
              <a:rPr lang="en-US" dirty="0" err="1"/>
              <a:t>fatima</a:t>
            </a:r>
            <a:r>
              <a:rPr lang="en-US" dirty="0"/>
              <a:t> , </a:t>
            </a:r>
            <a:r>
              <a:rPr lang="en-US" dirty="0" err="1"/>
              <a:t>mohammad</a:t>
            </a:r>
            <a:r>
              <a:rPr lang="en-US" dirty="0" smtClean="0"/>
              <a:t>).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parent (</a:t>
            </a:r>
            <a:r>
              <a:rPr lang="en-US" dirty="0" err="1"/>
              <a:t>fatima</a:t>
            </a:r>
            <a:r>
              <a:rPr lang="en-US" dirty="0"/>
              <a:t> , </a:t>
            </a:r>
            <a:r>
              <a:rPr lang="en-US" dirty="0" err="1"/>
              <a:t>khalid</a:t>
            </a:r>
            <a:r>
              <a:rPr lang="en-US" dirty="0" smtClean="0"/>
              <a:t>).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parent </a:t>
            </a:r>
            <a:r>
              <a:rPr lang="en-US" dirty="0"/>
              <a:t>(</a:t>
            </a:r>
            <a:r>
              <a:rPr lang="en-US" dirty="0" err="1"/>
              <a:t>fatima</a:t>
            </a:r>
            <a:r>
              <a:rPr lang="en-US" dirty="0"/>
              <a:t> , </a:t>
            </a:r>
            <a:r>
              <a:rPr lang="en-US" dirty="0" err="1"/>
              <a:t>ahmad</a:t>
            </a:r>
            <a:r>
              <a:rPr lang="en-US" dirty="0"/>
              <a:t>). </a:t>
            </a:r>
            <a:r>
              <a:rPr lang="en-US" dirty="0" smtClean="0"/>
              <a:t>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sex </a:t>
            </a:r>
            <a:r>
              <a:rPr lang="en-US" dirty="0"/>
              <a:t>(</a:t>
            </a:r>
            <a:r>
              <a:rPr lang="en-US" dirty="0" err="1"/>
              <a:t>ali</a:t>
            </a:r>
            <a:r>
              <a:rPr lang="en-US" dirty="0"/>
              <a:t> , male). </a:t>
            </a:r>
            <a:r>
              <a:rPr lang="en-US" dirty="0" smtClean="0"/>
              <a:t>         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sex </a:t>
            </a:r>
            <a:r>
              <a:rPr lang="en-US" dirty="0"/>
              <a:t>(</a:t>
            </a:r>
            <a:r>
              <a:rPr lang="en-US" dirty="0" err="1"/>
              <a:t>fatima</a:t>
            </a:r>
            <a:r>
              <a:rPr lang="en-US" dirty="0"/>
              <a:t> , female</a:t>
            </a:r>
            <a:r>
              <a:rPr lang="en-US" dirty="0" smtClean="0"/>
              <a:t>).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sex </a:t>
            </a:r>
            <a:r>
              <a:rPr lang="en-US" dirty="0"/>
              <a:t>(</a:t>
            </a:r>
            <a:r>
              <a:rPr lang="en-US" dirty="0" err="1"/>
              <a:t>mona</a:t>
            </a:r>
            <a:r>
              <a:rPr lang="en-US" dirty="0"/>
              <a:t> , female</a:t>
            </a:r>
            <a:r>
              <a:rPr lang="en-US" dirty="0" smtClean="0"/>
              <a:t>). 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sex </a:t>
            </a:r>
            <a:r>
              <a:rPr lang="en-US" dirty="0"/>
              <a:t>(</a:t>
            </a:r>
            <a:r>
              <a:rPr lang="en-US" dirty="0" err="1"/>
              <a:t>ahmad</a:t>
            </a:r>
            <a:r>
              <a:rPr lang="en-US" dirty="0"/>
              <a:t> , male</a:t>
            </a:r>
            <a:r>
              <a:rPr lang="en-US" dirty="0" smtClean="0"/>
              <a:t>).         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sex </a:t>
            </a:r>
            <a:r>
              <a:rPr lang="en-US" dirty="0"/>
              <a:t>(</a:t>
            </a:r>
            <a:r>
              <a:rPr lang="en-US" dirty="0" err="1"/>
              <a:t>mohammad</a:t>
            </a:r>
            <a:r>
              <a:rPr lang="en-US" dirty="0"/>
              <a:t> , male</a:t>
            </a:r>
            <a:r>
              <a:rPr lang="en-US" dirty="0" smtClean="0"/>
              <a:t>).                                                               </a:t>
            </a:r>
          </a:p>
          <a:p>
            <a:pPr algn="l">
              <a:buNone/>
            </a:pPr>
            <a:r>
              <a:rPr lang="en-US" dirty="0" smtClean="0"/>
              <a:t> </a:t>
            </a:r>
            <a:r>
              <a:rPr lang="en-US" dirty="0"/>
              <a:t>sex (</a:t>
            </a:r>
            <a:r>
              <a:rPr lang="en-US" dirty="0" err="1"/>
              <a:t>khalid</a:t>
            </a:r>
            <a:r>
              <a:rPr lang="en-US" dirty="0"/>
              <a:t> , male</a:t>
            </a:r>
            <a:r>
              <a:rPr lang="en-US" dirty="0" smtClean="0"/>
              <a:t>).                                                                           </a:t>
            </a: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dirty="0" err="1"/>
              <a:t>brother_of</a:t>
            </a:r>
            <a:r>
              <a:rPr lang="en-US" dirty="0"/>
              <a:t>(</a:t>
            </a:r>
            <a:r>
              <a:rPr lang="en-US" dirty="0" err="1"/>
              <a:t>khalid</a:t>
            </a:r>
            <a:r>
              <a:rPr lang="en-US" dirty="0"/>
              <a:t> , </a:t>
            </a:r>
            <a:r>
              <a:rPr lang="en-US" dirty="0" err="1"/>
              <a:t>mohammad</a:t>
            </a:r>
            <a:r>
              <a:rPr lang="en-US" dirty="0"/>
              <a:t>) </a:t>
            </a:r>
            <a:r>
              <a:rPr lang="en-US" dirty="0" smtClean="0"/>
              <a:t>.                       </a:t>
            </a:r>
          </a:p>
          <a:p>
            <a:pPr algn="l">
              <a:buNone/>
            </a:pPr>
            <a:r>
              <a:rPr lang="en-US" dirty="0" err="1"/>
              <a:t>brother_of</a:t>
            </a:r>
            <a:r>
              <a:rPr lang="en-US" dirty="0"/>
              <a:t>( X , </a:t>
            </a:r>
            <a:r>
              <a:rPr lang="en-US" dirty="0" err="1"/>
              <a:t>ahmad</a:t>
            </a:r>
            <a:r>
              <a:rPr lang="en-US" dirty="0"/>
              <a:t> </a:t>
            </a:r>
            <a:r>
              <a:rPr lang="en-US" dirty="0" smtClean="0"/>
              <a:t>).                                         </a:t>
            </a: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ar-SA" dirty="0" smtClean="0"/>
              <a:t>لنفرض أن لدينا  </a:t>
            </a:r>
            <a:r>
              <a:rPr lang="ar-SA" dirty="0" err="1"/>
              <a:t>الحقائق </a:t>
            </a:r>
            <a:r>
              <a:rPr lang="ar-SA" dirty="0" err="1" smtClean="0"/>
              <a:t>(</a:t>
            </a:r>
            <a:r>
              <a:rPr lang="en-US" dirty="0" smtClean="0"/>
              <a:t>facts </a:t>
            </a:r>
            <a:r>
              <a:rPr lang="ar-SA" dirty="0" smtClean="0"/>
              <a:t> </a:t>
            </a:r>
            <a:r>
              <a:rPr lang="ar-SA" dirty="0" err="1" smtClean="0"/>
              <a:t>)الآتية</a:t>
            </a:r>
            <a:r>
              <a:rPr lang="ar-SA" dirty="0" err="1"/>
              <a:t>:</a:t>
            </a:r>
            <a:endParaRPr lang="ar-SA" dirty="0"/>
          </a:p>
          <a:p>
            <a:pPr algn="l">
              <a:buNone/>
            </a:pPr>
            <a:r>
              <a:rPr lang="en-US" dirty="0"/>
              <a:t>Sami likes reading </a:t>
            </a:r>
            <a:endParaRPr lang="en-US" dirty="0" smtClean="0"/>
          </a:p>
          <a:p>
            <a:pPr algn="l">
              <a:buNone/>
            </a:pPr>
            <a:r>
              <a:rPr lang="en-US" dirty="0" smtClean="0"/>
              <a:t>Ahmad </a:t>
            </a:r>
            <a:r>
              <a:rPr lang="en-US" dirty="0"/>
              <a:t>likes swimming </a:t>
            </a:r>
            <a:endParaRPr lang="en-US" dirty="0" smtClean="0"/>
          </a:p>
          <a:p>
            <a:pPr algn="l">
              <a:buNone/>
            </a:pPr>
            <a:r>
              <a:rPr lang="en-US" dirty="0" err="1" smtClean="0"/>
              <a:t>Bisan</a:t>
            </a:r>
            <a:r>
              <a:rPr lang="en-US" dirty="0" smtClean="0"/>
              <a:t> </a:t>
            </a:r>
            <a:r>
              <a:rPr lang="en-US" dirty="0"/>
              <a:t>likes playing </a:t>
            </a:r>
            <a:endParaRPr lang="en-US" dirty="0" smtClean="0"/>
          </a:p>
          <a:p>
            <a:pPr algn="l">
              <a:buNone/>
            </a:pPr>
            <a:r>
              <a:rPr lang="en-US" dirty="0" err="1" smtClean="0"/>
              <a:t>Dima</a:t>
            </a:r>
            <a:r>
              <a:rPr lang="en-US" dirty="0" smtClean="0"/>
              <a:t> </a:t>
            </a:r>
            <a:r>
              <a:rPr lang="en-US" dirty="0"/>
              <a:t>likes what </a:t>
            </a:r>
            <a:r>
              <a:rPr lang="en-US" dirty="0" err="1"/>
              <a:t>Bisan</a:t>
            </a:r>
            <a:r>
              <a:rPr lang="en-US" dirty="0"/>
              <a:t> likes.</a:t>
            </a:r>
            <a:endParaRPr lang="ar-SA" dirty="0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ar-S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514600"/>
            <a:ext cx="5638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مستطيل 4"/>
          <p:cNvSpPr/>
          <p:nvPr/>
        </p:nvSpPr>
        <p:spPr>
          <a:xfrm>
            <a:off x="5334000" y="1752600"/>
            <a:ext cx="335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000" dirty="0"/>
              <a:t>لتمثيل هذه الحقائق بلغة </a:t>
            </a:r>
            <a:r>
              <a:rPr lang="ar-SA" sz="2000" dirty="0" err="1"/>
              <a:t>برولوج</a:t>
            </a:r>
            <a:r>
              <a:rPr lang="ar-SA" sz="2000" dirty="0"/>
              <a:t> </a:t>
            </a:r>
            <a:r>
              <a:rPr lang="ar-SA" sz="2000" dirty="0" err="1"/>
              <a:t>:</a:t>
            </a:r>
            <a:endParaRPr lang="ar-SA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801864" y="1481138"/>
            <a:ext cx="3540272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 smtClean="0"/>
              <a:t>عند إجراء استفسارات </a:t>
            </a:r>
            <a:endParaRPr lang="ar-S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محتوى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AUY QUESTION ?</a:t>
            </a:r>
            <a:endParaRPr lang="ar-SA" dirty="0"/>
          </a:p>
        </p:txBody>
      </p:sp>
      <p:sp>
        <p:nvSpPr>
          <p:cNvPr id="3" name="عنوان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لتقى">
  <a:themeElements>
    <a:clrScheme name="ملتقى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ملتقى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ملتقى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52</TotalTime>
  <Words>306</Words>
  <Application>Microsoft Office PowerPoint</Application>
  <PresentationFormat>عرض على الشاشة (3:4)‏</PresentationFormat>
  <Paragraphs>51</Paragraphs>
  <Slides>10</Slides>
  <Notes>1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1" baseType="lpstr">
      <vt:lpstr>ملتقى</vt:lpstr>
      <vt:lpstr>Logic Programming </vt:lpstr>
      <vt:lpstr>البحث الراجع  Backtracking : </vt:lpstr>
      <vt:lpstr>الشريحة 3</vt:lpstr>
      <vt:lpstr>Exampale </vt:lpstr>
      <vt:lpstr>الشريحة 5</vt:lpstr>
      <vt:lpstr>الشريحة 6</vt:lpstr>
      <vt:lpstr>Example </vt:lpstr>
      <vt:lpstr>الشريحة 8</vt:lpstr>
      <vt:lpstr>عند إجراء استفسارات </vt:lpstr>
      <vt:lpstr>الشريحة 10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alsa</dc:creator>
  <cp:lastModifiedBy>alsa</cp:lastModifiedBy>
  <cp:revision>7</cp:revision>
  <dcterms:created xsi:type="dcterms:W3CDTF">2024-11-25T21:49:51Z</dcterms:created>
  <dcterms:modified xsi:type="dcterms:W3CDTF">2024-11-26T06:03:30Z</dcterms:modified>
</cp:coreProperties>
</file>